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4003" r:id="rId3"/>
    <p:sldId id="4004" r:id="rId4"/>
    <p:sldId id="27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AFB0"/>
    <a:srgbClr val="BFC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25E12-B66A-7B60-01A8-C24EBA97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F49154-72E4-8827-12AD-8B9A76ECB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AAF426-F009-232A-2626-B6D48FED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503E5-21F4-3C1A-F5DB-9A9785F6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E5C919-5ED0-6718-FFA4-9AE9E4C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40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838C5-FF53-71CE-3B63-BB47D05E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99F07B-FAA3-06AB-7DC4-023892048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6B4D7-E4E1-874D-0AB7-44667498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8FA0D6-5FA3-A4FA-00ED-987F10C0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FFEF56-A2B9-1FFE-A373-D9F790B2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33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8AD26-DD46-D39E-0CBB-B4E27ABD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ECCCE4-8E2F-0FA3-98C8-76029281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D53538-B1B1-8798-6064-28B1891D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AA77A-B3E2-A4E2-62FA-43E9444C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E72ACE-00A2-84AD-3B89-6A9BA12E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08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EABCD-3661-B595-D51C-457F093F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001844-C21A-D1CE-63FF-322FD1123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E8243-3CEE-09BB-4B38-B1B68AF95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3EDFFD-9CC6-4163-2F63-FA6FCB4F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E8554C-C065-506C-91F6-47ECC700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54176C-CAAF-9639-F43F-AEA98653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26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8F795-62F3-75AF-F297-B4D6A63A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85F3A5-113C-C047-C5FA-FA45DC12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AD91AB-D6F6-E830-D470-85B64E4F7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50964D-2414-B54C-DE9F-D0EA1D68F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57073D-8B45-A809-3EA9-F6514BD40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1C67AA-7BEA-F0BD-8F9A-417DC876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74640C-0837-1CAD-6837-45D7AD7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9788A6-D6B5-B19B-A001-3E953007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78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6660C-C200-10CC-5514-A14DF0AE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4473C4-3431-9111-5280-02D26D92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2FECEC-D4AC-7187-E8C9-AFD152D5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EE683E-DFAB-F56D-A251-D7FA7519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58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F067C4-C31A-E2F8-CF69-5F466691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A6CBB1-4B57-8D6F-018E-F1E5133F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34D1B8-4029-84DC-C060-D9BE5632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30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35A8F-1355-6948-AFFD-64645863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778C94-0EED-ED68-E053-32FE2F0C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1A7123-DBE1-A7B0-0FAF-FA69A5F13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1AFDB1-2A7E-80C9-D695-C7FD47EA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D31658-D58B-F390-119B-3A06D863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777AC2-7BEF-3F18-B43A-AF69425C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51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6A399-BC15-BE00-C1A4-8C75F04B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1B9309-493F-DDF4-F891-D28124CCF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F3914F-08D9-A3EE-F2CD-78E9FFBFF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B4014C-31AA-0F0D-C263-2D338E21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E814B6-826F-A066-3B56-71DC2624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4917F4-5335-D4FF-3961-B6203606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20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D704B-F8DF-8A04-CF3D-2C631E08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BA1A29-A071-5966-AA99-0C072E6CA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1E16A-6B78-F5B6-58DE-661392F1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E54F3-26B3-8841-E5B1-5D41006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5D6CB6-C326-B87E-A2F9-1207E111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733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904667-2A0E-2F81-52DA-B13314A82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02BB11-CFA4-ADBA-32C0-AAEA21017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BE0453-1DC8-5BF2-2016-A2992A48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31C4E0-01D1-6FE0-61DA-EBF364B3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F30BC6-0047-679D-B8B7-A85CC9D9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434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77498C2B-05B5-4F7A-BACB-CC1DC51727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"/>
            <a:ext cx="12192000" cy="685776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72196D-E5E3-4275-8654-223E3BEA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4153" y="6356351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58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o e Títul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8A589034-3833-F05E-6E66-DDF6EB9F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752" y="2902103"/>
            <a:ext cx="4348496" cy="10537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68E8595-BCAA-BD14-3469-E512801A0C72}"/>
              </a:ext>
            </a:extLst>
          </p:cNvPr>
          <p:cNvSpPr txBox="1"/>
          <p:nvPr userDrawn="1"/>
        </p:nvSpPr>
        <p:spPr>
          <a:xfrm>
            <a:off x="10219959" y="6400239"/>
            <a:ext cx="1778051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8" b="1" i="0" noProof="0" dirty="0">
                <a:solidFill>
                  <a:schemeClr val="bg1"/>
                </a:solidFill>
                <a:latin typeface="CAIXA Std" panose="020B0603020204030204" pitchFamily="34" charset="77"/>
              </a:rPr>
              <a:t>caixa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Light" panose="020B0203020204030204" pitchFamily="34" charset="77"/>
              </a:rPr>
              <a:t>.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Book" panose="020B0503020204030204" pitchFamily="34" charset="77"/>
              </a:rPr>
              <a:t>GOV.BR</a:t>
            </a:r>
          </a:p>
        </p:txBody>
      </p:sp>
    </p:spTree>
    <p:extLst>
      <p:ext uri="{BB962C8B-B14F-4D97-AF65-F5344CB8AC3E}">
        <p14:creationId xmlns:p14="http://schemas.microsoft.com/office/powerpoint/2010/main" val="2620768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3B12A96E-B969-2A1A-B3ED-F42CFFE045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28" y="5878286"/>
            <a:ext cx="1891966" cy="4584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B1E481-E13A-B8BA-C28D-03D0168F8693}"/>
              </a:ext>
            </a:extLst>
          </p:cNvPr>
          <p:cNvSpPr txBox="1"/>
          <p:nvPr userDrawn="1"/>
        </p:nvSpPr>
        <p:spPr>
          <a:xfrm>
            <a:off x="10219959" y="6400239"/>
            <a:ext cx="1778051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8" b="1" i="0" noProof="0" dirty="0">
                <a:solidFill>
                  <a:schemeClr val="bg1"/>
                </a:solidFill>
                <a:latin typeface="CAIXA Std" panose="020B0603020204030204" pitchFamily="34" charset="77"/>
              </a:rPr>
              <a:t>caixa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Light" panose="020B0203020204030204" pitchFamily="34" charset="77"/>
              </a:rPr>
              <a:t>.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Book" panose="020B0503020204030204" pitchFamily="34" charset="77"/>
              </a:rPr>
              <a:t>GOV.BR</a:t>
            </a:r>
          </a:p>
        </p:txBody>
      </p:sp>
    </p:spTree>
    <p:extLst>
      <p:ext uri="{BB962C8B-B14F-4D97-AF65-F5344CB8AC3E}">
        <p14:creationId xmlns:p14="http://schemas.microsoft.com/office/powerpoint/2010/main" val="306100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07CDE2C-14B2-C757-BB96-6C0EB377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97873B-EF64-50E5-49F8-5AEC9D1E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A68CAB-0E20-8B6A-0952-3166C019B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26906-AE0A-4BD3-B635-02C0455544E6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11FB83-652D-0B02-9D2B-F50930466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3594A5-432C-A4DF-1420-E85BA2DF6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77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DA6268-CB8B-424D-A6A0-F6E1D6E8F520}"/>
              </a:ext>
            </a:extLst>
          </p:cNvPr>
          <p:cNvSpPr txBox="1"/>
          <p:nvPr/>
        </p:nvSpPr>
        <p:spPr>
          <a:xfrm>
            <a:off x="7027872" y="5193105"/>
            <a:ext cx="4533394" cy="52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198" baseline="30000" dirty="0">
                <a:solidFill>
                  <a:schemeClr val="bg1"/>
                </a:solidFill>
                <a:latin typeface="CAIXA Std" panose="020B0603020204030204" pitchFamily="34" charset="77"/>
                <a:ea typeface="Arial" charset="0"/>
                <a:cs typeface="Arial" charset="0"/>
              </a:rPr>
              <a:t>JUL 2026</a:t>
            </a:r>
            <a:r>
              <a:rPr lang="pt-BR" sz="2198" baseline="30000" dirty="0">
                <a:solidFill>
                  <a:schemeClr val="bg1"/>
                </a:solidFill>
                <a:latin typeface="CAIXA Std SemiBold" panose="020B0603020204030204" pitchFamily="34" charset="77"/>
                <a:ea typeface="Arial" charset="0"/>
                <a:cs typeface="Arial" charset="0"/>
              </a:rPr>
              <a:t> | GERLO</a:t>
            </a:r>
          </a:p>
          <a:p>
            <a:endParaRPr lang="pt-BR" sz="1998" baseline="30000" dirty="0">
              <a:solidFill>
                <a:schemeClr val="bg1"/>
              </a:solidFill>
              <a:latin typeface="CAIXA Std" panose="020B0603020204030204" pitchFamily="34" charset="77"/>
              <a:ea typeface="Arial" charset="0"/>
              <a:cs typeface="Arial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5C384F-23B5-ED82-9B6B-9ED690618038}"/>
              </a:ext>
            </a:extLst>
          </p:cNvPr>
          <p:cNvSpPr txBox="1"/>
          <p:nvPr/>
        </p:nvSpPr>
        <p:spPr>
          <a:xfrm>
            <a:off x="9480111" y="325262"/>
            <a:ext cx="2173947" cy="2358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pt-BR" sz="1399" baseline="30000" dirty="0">
                <a:solidFill>
                  <a:schemeClr val="bg1"/>
                </a:solidFill>
                <a:latin typeface="CAIXA Std Book" panose="020B0503020204030204" pitchFamily="34" charset="77"/>
                <a:ea typeface="Arial" charset="0"/>
                <a:cs typeface="Arial" charset="0"/>
              </a:rPr>
              <a:t>#INTERNO.CONFIDENCIAL</a:t>
            </a:r>
            <a:endParaRPr lang="pt-BR" sz="1199" baseline="30000" dirty="0">
              <a:solidFill>
                <a:schemeClr val="bg1"/>
              </a:solidFill>
              <a:latin typeface="CAIXA Std Book" panose="020B0503020204030204" pitchFamily="34" charset="77"/>
              <a:ea typeface="Arial" charset="0"/>
              <a:cs typeface="Arial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8DA1FE-521A-CD40-CD6A-C8DBEA1640CE}"/>
              </a:ext>
            </a:extLst>
          </p:cNvPr>
          <p:cNvSpPr txBox="1"/>
          <p:nvPr/>
        </p:nvSpPr>
        <p:spPr>
          <a:xfrm>
            <a:off x="670461" y="1960674"/>
            <a:ext cx="4656058" cy="707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 b="1" dirty="0">
                <a:solidFill>
                  <a:prstClr val="white"/>
                </a:solidFill>
                <a:latin typeface="Tw Cen MT" panose="020B0602020104020603" pitchFamily="34" charset="0"/>
              </a:rPr>
              <a:t>{TITULO PROJETO}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1CD020-91D9-DE19-B785-49C7578403A7}"/>
              </a:ext>
            </a:extLst>
          </p:cNvPr>
          <p:cNvSpPr txBox="1"/>
          <p:nvPr/>
        </p:nvSpPr>
        <p:spPr>
          <a:xfrm>
            <a:off x="793125" y="4154429"/>
            <a:ext cx="3169907" cy="50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2698" dirty="0">
                <a:solidFill>
                  <a:prstClr val="white"/>
                </a:solidFill>
                <a:latin typeface="Tw Cen MT" panose="020B0602020104020603" pitchFamily="34" charset="0"/>
              </a:rPr>
              <a:t>Jornada no TFL</a:t>
            </a:r>
          </a:p>
        </p:txBody>
      </p:sp>
    </p:spTree>
    <p:extLst>
      <p:ext uri="{BB962C8B-B14F-4D97-AF65-F5344CB8AC3E}">
        <p14:creationId xmlns:p14="http://schemas.microsoft.com/office/powerpoint/2010/main" val="272179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D4091E-869B-4BDF-83FD-C476564869DE}"/>
              </a:ext>
            </a:extLst>
          </p:cNvPr>
          <p:cNvSpPr txBox="1"/>
          <p:nvPr/>
        </p:nvSpPr>
        <p:spPr>
          <a:xfrm>
            <a:off x="658124" y="2731334"/>
            <a:ext cx="4656058" cy="707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 b="1" dirty="0">
                <a:solidFill>
                  <a:prstClr val="white"/>
                </a:solidFill>
                <a:latin typeface="Tw Cen MT" panose="020B0602020104020603" pitchFamily="34" charset="0"/>
              </a:rPr>
              <a:t>Opção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404BED-604D-403F-BB8C-B6B0C52D0587}"/>
              </a:ext>
            </a:extLst>
          </p:cNvPr>
          <p:cNvCxnSpPr>
            <a:cxnSpLocks/>
          </p:cNvCxnSpPr>
          <p:nvPr/>
        </p:nvCxnSpPr>
        <p:spPr>
          <a:xfrm>
            <a:off x="793125" y="4081787"/>
            <a:ext cx="4521057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5D3162-3BB5-4196-B595-2CB4C4A51F0F}"/>
              </a:ext>
            </a:extLst>
          </p:cNvPr>
          <p:cNvSpPr txBox="1"/>
          <p:nvPr/>
        </p:nvSpPr>
        <p:spPr>
          <a:xfrm>
            <a:off x="793125" y="4154429"/>
            <a:ext cx="3169907" cy="50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2698">
                <a:solidFill>
                  <a:prstClr val="white"/>
                </a:solidFill>
                <a:latin typeface="Tw Cen MT" panose="020B0602020104020603" pitchFamily="34" charset="0"/>
              </a:rPr>
              <a:t>Jornada no TFL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595BA5-2E2A-4683-A4FA-AEECF95B593E}"/>
              </a:ext>
            </a:extLst>
          </p:cNvPr>
          <p:cNvSpPr txBox="1"/>
          <p:nvPr/>
        </p:nvSpPr>
        <p:spPr>
          <a:xfrm>
            <a:off x="9290311" y="154343"/>
            <a:ext cx="2679674" cy="5228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defTabSz="228417"/>
            <a:r>
              <a:rPr lang="en-US" sz="2198" baseline="30000">
                <a:solidFill>
                  <a:prstClr val="white"/>
                </a:solidFill>
                <a:latin typeface="Tw Cen MT" panose="020B0602020104020603" pitchFamily="34" charset="0"/>
                <a:ea typeface="Arial" charset="0"/>
                <a:cs typeface="Arial" charset="0"/>
              </a:rPr>
              <a:t>#Grau de Sigilo (OR016)</a:t>
            </a:r>
          </a:p>
          <a:p>
            <a:pPr algn="r" defTabSz="228417"/>
            <a:endParaRPr lang="en-US" sz="1998" b="1" baseline="30000">
              <a:solidFill>
                <a:prstClr val="white"/>
              </a:solidFill>
              <a:latin typeface="Tw Cen MT" panose="020B0602020104020603" pitchFamily="34" charset="0"/>
              <a:ea typeface="Arial" charset="0"/>
              <a:cs typeface="Arial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5DAA69-463D-4606-A64E-DE97FE7C6E07}"/>
              </a:ext>
            </a:extLst>
          </p:cNvPr>
          <p:cNvSpPr txBox="1"/>
          <p:nvPr/>
        </p:nvSpPr>
        <p:spPr>
          <a:xfrm>
            <a:off x="670461" y="3308469"/>
            <a:ext cx="7472365" cy="707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 dirty="0">
                <a:solidFill>
                  <a:prstClr val="white"/>
                </a:solidFill>
                <a:latin typeface="Tw Cen MT" panose="020B0602020104020603" pitchFamily="34" charset="0"/>
              </a:rPr>
              <a:t>{</a:t>
            </a:r>
            <a:r>
              <a:rPr lang="pt-BR" sz="3997" dirty="0" err="1">
                <a:solidFill>
                  <a:prstClr val="white"/>
                </a:solidFill>
                <a:latin typeface="Tw Cen MT" panose="020B0602020104020603" pitchFamily="34" charset="0"/>
              </a:rPr>
              <a:t>titulo_projeto</a:t>
            </a:r>
            <a:r>
              <a:rPr lang="pt-BR" sz="3997" dirty="0">
                <a:solidFill>
                  <a:prstClr val="white"/>
                </a:solidFill>
                <a:latin typeface="Tw Cen MT" panose="020B06020201040206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963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18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2395809-957D-F82F-44E8-A5BF93EA19D6}"/>
              </a:ext>
            </a:extLst>
          </p:cNvPr>
          <p:cNvSpPr txBox="1"/>
          <p:nvPr/>
        </p:nvSpPr>
        <p:spPr>
          <a:xfrm>
            <a:off x="9480111" y="325262"/>
            <a:ext cx="2173947" cy="2358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pt-BR" sz="1399" baseline="30000" dirty="0">
                <a:solidFill>
                  <a:schemeClr val="bg1"/>
                </a:solidFill>
                <a:latin typeface="CAIXA Std Book" panose="020B0503020204030204" pitchFamily="34" charset="77"/>
                <a:ea typeface="Arial" charset="0"/>
                <a:cs typeface="Arial" charset="0"/>
              </a:rPr>
              <a:t>#INTERNO.CONFIDENCIAL</a:t>
            </a:r>
            <a:endParaRPr lang="pt-BR" sz="1199" baseline="30000" dirty="0">
              <a:solidFill>
                <a:schemeClr val="bg1"/>
              </a:solidFill>
              <a:latin typeface="CAIXA Std Book" panose="020B0503020204030204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2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CAIXA Std</vt:lpstr>
      <vt:lpstr>CAIXA Std Book</vt:lpstr>
      <vt:lpstr>CAIXA Std Light</vt:lpstr>
      <vt:lpstr>CAIXA Std SemiBold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Danielly Maria Abrantes</dc:creator>
  <cp:lastModifiedBy>Romulo da Silva Penha</cp:lastModifiedBy>
  <cp:revision>4</cp:revision>
  <dcterms:created xsi:type="dcterms:W3CDTF">2026-06-17T15:24:47Z</dcterms:created>
  <dcterms:modified xsi:type="dcterms:W3CDTF">2026-10-22T01:31:22Z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56d300-f888-4f70-a891-a1fe8a6ebcb0_Enabled">
    <vt:lpwstr>true</vt:lpwstr>
  </property>
  <property fmtid="{D5CDD505-2E9C-101B-9397-08002B2CF9AE}" pid="3" name="MSIP_Label_7b56d300-f888-4f70-a891-a1fe8a6ebcb0_SetDate">
    <vt:lpwstr>2026-06-17T15:24:59Z</vt:lpwstr>
  </property>
  <property fmtid="{D5CDD505-2E9C-101B-9397-08002B2CF9AE}" pid="4" name="MSIP_Label_7b56d300-f888-4f70-a891-a1fe8a6ebcb0_Method">
    <vt:lpwstr>Privileged</vt:lpwstr>
  </property>
  <property fmtid="{D5CDD505-2E9C-101B-9397-08002B2CF9AE}" pid="5" name="MSIP_Label_7b56d300-f888-4f70-a891-a1fe8a6ebcb0_Name">
    <vt:lpwstr>#INTERNO.TODOS</vt:lpwstr>
  </property>
  <property fmtid="{D5CDD505-2E9C-101B-9397-08002B2CF9AE}" pid="6" name="MSIP_Label_7b56d300-f888-4f70-a891-a1fe8a6ebcb0_SiteId">
    <vt:lpwstr>ab9bba98-684a-43fb-add8-9c2bebede229</vt:lpwstr>
  </property>
  <property fmtid="{D5CDD505-2E9C-101B-9397-08002B2CF9AE}" pid="7" name="MSIP_Label_7b56d300-f888-4f70-a891-a1fe8a6ebcb0_ActionId">
    <vt:lpwstr>51376a6b-7b94-4119-afbb-615dfaf08e4f</vt:lpwstr>
  </property>
  <property fmtid="{D5CDD505-2E9C-101B-9397-08002B2CF9AE}" pid="8" name="MSIP_Label_7b56d300-f888-4f70-a891-a1fe8a6ebcb0_ContentBits">
    <vt:lpwstr>1</vt:lpwstr>
  </property>
  <property fmtid="{D5CDD505-2E9C-101B-9397-08002B2CF9AE}" pid="9" name="MSIP_Label_7b56d300-f888-4f70-a891-a1fe8a6ebcb0_Tag">
    <vt:lpwstr>10, 0, 1, 1</vt:lpwstr>
  </property>
</Properties>
</file>