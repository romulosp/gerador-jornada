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4003" r:id="rId3"/>
    <p:sldId id="4004" r:id="rId4"/>
    <p:sldId id="4009" r:id="rId5"/>
    <p:sldId id="4014" r:id="rId6"/>
    <p:sldId id="4013" r:id="rId7"/>
    <p:sldId id="4012" r:id="rId8"/>
    <p:sldId id="4016" r:id="rId9"/>
    <p:sldId id="4015" r:id="rId10"/>
    <p:sldId id="4011" r:id="rId11"/>
    <p:sldId id="4010" r:id="rId12"/>
    <p:sldId id="4018" r:id="rId13"/>
    <p:sldId id="4017" r:id="rId14"/>
    <p:sldId id="278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DAFB0"/>
    <a:srgbClr val="BFC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1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25E12-B66A-7B60-01A8-C24EBA975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F49154-72E4-8827-12AD-8B9A76ECB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AAF426-F009-232A-2626-B6D48FED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503E5-21F4-3C1A-F5DB-9A9785F6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E5C919-5ED0-6718-FFA4-9AE9E4C2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340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0838C5-FF53-71CE-3B63-BB47D05E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99F07B-FAA3-06AB-7DC4-023892048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D6B4D7-E4E1-874D-0AB7-44667498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8FA0D6-5FA3-A4FA-00ED-987F10C0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FFEF56-A2B9-1FFE-A373-D9F790B2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33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8AD26-DD46-D39E-0CBB-B4E27ABD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6ECCCE4-8E2F-0FA3-98C8-760292817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D53538-B1B1-8798-6064-28B1891D1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AA77A-B3E2-A4E2-62FA-43E9444C9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E72ACE-00A2-84AD-3B89-6A9BA12E2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082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3EABCD-3661-B595-D51C-457F093F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001844-C21A-D1CE-63FF-322FD1123B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4E8243-3CEE-09BB-4B38-B1B68AF95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3EDFFD-9CC6-4163-2F63-FA6FCB4F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E8554C-C065-506C-91F6-47ECC7008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54176C-CAAF-9639-F43F-AEA98653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126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08F795-62F3-75AF-F297-B4D6A63A6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85F3A5-113C-C047-C5FA-FA45DC12D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AD91AB-D6F6-E830-D470-85B64E4F7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F50964D-2414-B54C-DE9F-D0EA1D68F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E57073D-8B45-A809-3EA9-F6514BD40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1C67AA-7BEA-F0BD-8F9A-417DC876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74640C-0837-1CAD-6837-45D7AD73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49788A6-D6B5-B19B-A001-3E9530074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3788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6660C-C200-10CC-5514-A14DF0AEB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84473C4-3431-9111-5280-02D26D92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52FECEC-D4AC-7187-E8C9-AFD152D5B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4EE683E-DFAB-F56D-A251-D7FA7519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458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DF067C4-C31A-E2F8-CF69-5F4666915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0A6CBB1-4B57-8D6F-018E-F1E5133F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34D1B8-4029-84DC-C060-D9BE56320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30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35A8F-1355-6948-AFFD-64645863E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778C94-0EED-ED68-E053-32FE2F0C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81A7123-DBE1-A7B0-0FAF-FA69A5F13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31AFDB1-2A7E-80C9-D695-C7FD47EA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D31658-D58B-F390-119B-3A06D8636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777AC2-7BEF-3F18-B43A-AF69425C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515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6A399-BC15-BE00-C1A4-8C75F04BE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1B9309-493F-DDF4-F891-D28124CCF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0F3914F-08D9-A3EE-F2CD-78E9FFBFF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B4014C-31AA-0F0D-C263-2D338E218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E814B6-826F-A066-3B56-71DC2624C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4917F4-5335-D4FF-3961-B62036061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20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D704B-F8DF-8A04-CF3D-2C631E084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BA1A29-A071-5966-AA99-0C072E6CA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51E16A-6B78-F5B6-58DE-661392F19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3E54F3-26B3-8841-E5B1-5D410068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5D6CB6-C326-B87E-A2F9-1207E1113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733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F904667-2A0E-2F81-52DA-B13314A82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02BB11-CFA4-ADBA-32C0-AAEA21017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BE0453-1DC8-5BF2-2016-A2992A48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31C4E0-01D1-6FE0-61DA-EBF364B3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F30BC6-0047-679D-B8B7-A85CC9D94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4344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77498C2B-05B5-4F7A-BACB-CC1DC51727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"/>
            <a:ext cx="12192000" cy="6857768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B72196D-E5E3-4275-8654-223E3BEAF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4153" y="6356351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Tw Cen MT" panose="020B0602020104020603" pitchFamily="34" charset="0"/>
              </a:defRPr>
            </a:lvl1pPr>
          </a:lstStyle>
          <a:p>
            <a:fld id="{8EAEBB8B-65A8-4222-99B6-9433735EFA7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5589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o e Título Vertic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esenho com traços pretos em fundo branco&#10;&#10;Descrição gerada automaticamente">
            <a:extLst>
              <a:ext uri="{FF2B5EF4-FFF2-40B4-BE49-F238E27FC236}">
                <a16:creationId xmlns:a16="http://schemas.microsoft.com/office/drawing/2014/main" id="{8A589034-3833-F05E-6E66-DDF6EB9F81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1752" y="2902103"/>
            <a:ext cx="4348496" cy="105379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B68E8595-BCAA-BD14-3469-E512801A0C72}"/>
              </a:ext>
            </a:extLst>
          </p:cNvPr>
          <p:cNvSpPr txBox="1"/>
          <p:nvPr userDrawn="1"/>
        </p:nvSpPr>
        <p:spPr>
          <a:xfrm>
            <a:off x="10219959" y="6400239"/>
            <a:ext cx="1778051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8" b="1" i="0" noProof="0" dirty="0">
                <a:solidFill>
                  <a:schemeClr val="bg1"/>
                </a:solidFill>
                <a:latin typeface="CAIXA Std" panose="020B0603020204030204" pitchFamily="34" charset="77"/>
              </a:rPr>
              <a:t>caixa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Light" panose="020B0203020204030204" pitchFamily="34" charset="77"/>
              </a:rPr>
              <a:t>.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Book" panose="020B0503020204030204" pitchFamily="34" charset="77"/>
              </a:rPr>
              <a:t>GOV.BR</a:t>
            </a:r>
          </a:p>
        </p:txBody>
      </p:sp>
    </p:spTree>
    <p:extLst>
      <p:ext uri="{BB962C8B-B14F-4D97-AF65-F5344CB8AC3E}">
        <p14:creationId xmlns:p14="http://schemas.microsoft.com/office/powerpoint/2010/main" val="26207683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Desenho com traços pretos em fundo branco&#10;&#10;Descrição gerada automaticamente">
            <a:extLst>
              <a:ext uri="{FF2B5EF4-FFF2-40B4-BE49-F238E27FC236}">
                <a16:creationId xmlns:a16="http://schemas.microsoft.com/office/drawing/2014/main" id="{3B12A96E-B969-2A1A-B3ED-F42CFFE045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128" y="5878286"/>
            <a:ext cx="1891966" cy="458491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5B1E481-E13A-B8BA-C28D-03D0168F8693}"/>
              </a:ext>
            </a:extLst>
          </p:cNvPr>
          <p:cNvSpPr txBox="1"/>
          <p:nvPr userDrawn="1"/>
        </p:nvSpPr>
        <p:spPr>
          <a:xfrm>
            <a:off x="10219959" y="6400239"/>
            <a:ext cx="1778051" cy="3997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8" b="1" i="0" noProof="0" dirty="0">
                <a:solidFill>
                  <a:schemeClr val="bg1"/>
                </a:solidFill>
                <a:latin typeface="CAIXA Std" panose="020B0603020204030204" pitchFamily="34" charset="77"/>
              </a:rPr>
              <a:t>caixa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Light" panose="020B0203020204030204" pitchFamily="34" charset="77"/>
              </a:rPr>
              <a:t>.</a:t>
            </a:r>
            <a:r>
              <a:rPr lang="pt-BR" sz="1399" b="0" i="0" spc="150" noProof="0" dirty="0">
                <a:solidFill>
                  <a:schemeClr val="bg1"/>
                </a:solidFill>
                <a:latin typeface="CAIXA Std Book" panose="020B0503020204030204" pitchFamily="34" charset="77"/>
              </a:rPr>
              <a:t>GOV.BR</a:t>
            </a:r>
          </a:p>
        </p:txBody>
      </p:sp>
    </p:spTree>
    <p:extLst>
      <p:ext uri="{BB962C8B-B14F-4D97-AF65-F5344CB8AC3E}">
        <p14:creationId xmlns:p14="http://schemas.microsoft.com/office/powerpoint/2010/main" val="3061009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07CDE2C-14B2-C757-BB96-6C0EB377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97873B-EF64-50E5-49F8-5AEC9D1EA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A68CAB-0E20-8B6A-0952-3166C019B2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26906-AE0A-4BD3-B635-02C0455544E6}" type="datetimeFigureOut">
              <a:rPr lang="pt-BR" smtClean="0"/>
              <a:t>28/07/2026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11FB83-652D-0B02-9D2B-F509304664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3594A5-432C-A4DF-1420-E85BA2DF6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7C389-E78E-4BB3-8F04-988B8191DFA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577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0DA6268-CB8B-424D-A6A0-F6E1D6E8F520}"/>
              </a:ext>
            </a:extLst>
          </p:cNvPr>
          <p:cNvSpPr txBox="1"/>
          <p:nvPr/>
        </p:nvSpPr>
        <p:spPr>
          <a:xfrm>
            <a:off x="7027872" y="5193105"/>
            <a:ext cx="4533394" cy="52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198" baseline="30000" dirty="0">
                <a:solidFill>
                  <a:schemeClr val="bg1"/>
                </a:solidFill>
                <a:latin typeface="CAIXA Std" panose="020B0603020204030204" pitchFamily="34" charset="77"/>
                <a:ea typeface="Arial" charset="0"/>
                <a:cs typeface="Arial" charset="0"/>
              </a:rPr>
              <a:t>JUL 2026</a:t>
            </a:r>
            <a:r>
              <a:rPr lang="pt-BR" sz="2198" baseline="30000" dirty="0">
                <a:solidFill>
                  <a:schemeClr val="bg1"/>
                </a:solidFill>
                <a:latin typeface="CAIXA Std SemiBold" panose="020B0603020204030204" pitchFamily="34" charset="77"/>
                <a:ea typeface="Arial" charset="0"/>
                <a:cs typeface="Arial" charset="0"/>
              </a:rPr>
              <a:t> | GERLO</a:t>
            </a:r>
          </a:p>
          <a:p>
            <a:endParaRPr lang="pt-BR" sz="1998" baseline="30000" dirty="0">
              <a:solidFill>
                <a:schemeClr val="bg1"/>
              </a:solidFill>
              <a:latin typeface="CAIXA Std" panose="020B0603020204030204" pitchFamily="34" charset="77"/>
              <a:ea typeface="Arial" charset="0"/>
              <a:cs typeface="Arial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5C384F-23B5-ED82-9B6B-9ED690618038}"/>
              </a:ext>
            </a:extLst>
          </p:cNvPr>
          <p:cNvSpPr txBox="1"/>
          <p:nvPr/>
        </p:nvSpPr>
        <p:spPr>
          <a:xfrm>
            <a:off x="9480111" y="325262"/>
            <a:ext cx="2173947" cy="2358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pt-BR" sz="1399" baseline="30000" dirty="0">
                <a:solidFill>
                  <a:schemeClr val="bg1"/>
                </a:solidFill>
                <a:latin typeface="CAIXA Std Book" panose="020B0503020204030204" pitchFamily="34" charset="77"/>
                <a:ea typeface="Arial" charset="0"/>
                <a:cs typeface="Arial" charset="0"/>
              </a:rPr>
              <a:t>#INTERNO.CONFIDENCIAL</a:t>
            </a:r>
            <a:endParaRPr lang="pt-BR" sz="1199" baseline="30000" dirty="0">
              <a:solidFill>
                <a:schemeClr val="bg1"/>
              </a:solidFill>
              <a:latin typeface="CAIXA Std Book" panose="020B0503020204030204" pitchFamily="34" charset="77"/>
              <a:ea typeface="Arial" charset="0"/>
              <a:cs typeface="Arial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8DA1FE-521A-CD40-CD6A-C8DBEA1640CE}"/>
              </a:ext>
            </a:extLst>
          </p:cNvPr>
          <p:cNvSpPr txBox="1"/>
          <p:nvPr/>
        </p:nvSpPr>
        <p:spPr>
          <a:xfrm>
            <a:off x="670461" y="1960674"/>
            <a:ext cx="4656058" cy="1937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3997" b="1" dirty="0">
                <a:solidFill>
                  <a:prstClr val="white"/>
                </a:solidFill>
                <a:latin typeface="Tw Cen MT" panose="020B0602020104020603" pitchFamily="34" charset="0"/>
              </a:rPr>
              <a:t>CRÉDITO PARCELADO</a:t>
            </a:r>
          </a:p>
          <a:p>
            <a:pPr defTabSz="228417"/>
            <a:r>
              <a:rPr lang="pt-BR" sz="3997" b="1" dirty="0">
                <a:solidFill>
                  <a:prstClr val="white"/>
                </a:solidFill>
                <a:latin typeface="Tw Cen MT" panose="020B0602020104020603" pitchFamily="34" charset="0"/>
              </a:rPr>
              <a:t>AZULZINHA NA UL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41CD020-91D9-DE19-B785-49C7578403A7}"/>
              </a:ext>
            </a:extLst>
          </p:cNvPr>
          <p:cNvSpPr txBox="1"/>
          <p:nvPr/>
        </p:nvSpPr>
        <p:spPr>
          <a:xfrm>
            <a:off x="793125" y="4154429"/>
            <a:ext cx="3169907" cy="50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2698" dirty="0">
                <a:solidFill>
                  <a:prstClr val="white"/>
                </a:solidFill>
                <a:latin typeface="Tw Cen MT" panose="020B0602020104020603" pitchFamily="34" charset="0"/>
              </a:rPr>
              <a:t>Jornada no TFL</a:t>
            </a:r>
          </a:p>
        </p:txBody>
      </p:sp>
    </p:spTree>
    <p:extLst>
      <p:ext uri="{BB962C8B-B14F-4D97-AF65-F5344CB8AC3E}">
        <p14:creationId xmlns:p14="http://schemas.microsoft.com/office/powerpoint/2010/main" val="2721792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DD4091E-869B-4BDF-83FD-C476564869DE}"/>
              </a:ext>
            </a:extLst>
          </p:cNvPr>
          <p:cNvSpPr txBox="1"/>
          <p:nvPr/>
        </p:nvSpPr>
        <p:spPr>
          <a:xfrm>
            <a:off x="658124" y="2731334"/>
            <a:ext cx="4656058" cy="707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3997" b="1">
                <a:solidFill>
                  <a:prstClr val="white"/>
                </a:solidFill>
                <a:latin typeface="Tw Cen MT" panose="020B0602020104020603" pitchFamily="34" charset="0"/>
              </a:rPr>
              <a:t>Opção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C404BED-604D-403F-BB8C-B6B0C52D0587}"/>
              </a:ext>
            </a:extLst>
          </p:cNvPr>
          <p:cNvCxnSpPr>
            <a:cxnSpLocks/>
          </p:cNvCxnSpPr>
          <p:nvPr/>
        </p:nvCxnSpPr>
        <p:spPr>
          <a:xfrm>
            <a:off x="793125" y="4081787"/>
            <a:ext cx="4521057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5D3162-3BB5-4196-B595-2CB4C4A51F0F}"/>
              </a:ext>
            </a:extLst>
          </p:cNvPr>
          <p:cNvSpPr txBox="1"/>
          <p:nvPr/>
        </p:nvSpPr>
        <p:spPr>
          <a:xfrm>
            <a:off x="793125" y="4154429"/>
            <a:ext cx="3169907" cy="5075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2698">
                <a:solidFill>
                  <a:prstClr val="white"/>
                </a:solidFill>
                <a:latin typeface="Tw Cen MT" panose="020B0602020104020603" pitchFamily="34" charset="0"/>
              </a:rPr>
              <a:t>Jornada no TFL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595BA5-2E2A-4683-A4FA-AEECF95B593E}"/>
              </a:ext>
            </a:extLst>
          </p:cNvPr>
          <p:cNvSpPr txBox="1"/>
          <p:nvPr/>
        </p:nvSpPr>
        <p:spPr>
          <a:xfrm>
            <a:off x="9290311" y="154343"/>
            <a:ext cx="2679674" cy="522835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r" defTabSz="228417"/>
            <a:r>
              <a:rPr lang="en-US" sz="2198" baseline="30000">
                <a:solidFill>
                  <a:prstClr val="white"/>
                </a:solidFill>
                <a:latin typeface="Tw Cen MT" panose="020B0602020104020603" pitchFamily="34" charset="0"/>
                <a:ea typeface="Arial" charset="0"/>
                <a:cs typeface="Arial" charset="0"/>
              </a:rPr>
              <a:t>#Grau de Sigilo (OR016)</a:t>
            </a:r>
          </a:p>
          <a:p>
            <a:pPr algn="r" defTabSz="228417"/>
            <a:endParaRPr lang="en-US" sz="1998" b="1" baseline="30000">
              <a:solidFill>
                <a:prstClr val="white"/>
              </a:solidFill>
              <a:latin typeface="Tw Cen MT" panose="020B0602020104020603" pitchFamily="34" charset="0"/>
              <a:ea typeface="Arial" charset="0"/>
              <a:cs typeface="Arial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E5DAA69-463D-4606-A64E-DE97FE7C6E07}"/>
              </a:ext>
            </a:extLst>
          </p:cNvPr>
          <p:cNvSpPr txBox="1"/>
          <p:nvPr/>
        </p:nvSpPr>
        <p:spPr>
          <a:xfrm>
            <a:off x="670461" y="3308469"/>
            <a:ext cx="7472365" cy="707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228417"/>
            <a:r>
              <a:rPr lang="pt-BR" sz="3997">
                <a:solidFill>
                  <a:prstClr val="white"/>
                </a:solidFill>
                <a:latin typeface="Tw Cen MT" panose="020B0602020104020603" pitchFamily="34" charset="0"/>
              </a:rPr>
              <a:t>Meio de Pagamento</a:t>
            </a:r>
          </a:p>
        </p:txBody>
      </p:sp>
    </p:spTree>
    <p:extLst>
      <p:ext uri="{BB962C8B-B14F-4D97-AF65-F5344CB8AC3E}">
        <p14:creationId xmlns:p14="http://schemas.microsoft.com/office/powerpoint/2010/main" val="639631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Calculadora com números&#10;&#10;Descrição gerada automaticamente">
            <a:extLst>
              <a:ext uri="{FF2B5EF4-FFF2-40B4-BE49-F238E27FC236}">
                <a16:creationId xmlns:a16="http://schemas.microsoft.com/office/drawing/2014/main" id="{CFC4B7F5-E261-6D4D-B7B7-6AA52983B79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1"/>
          <a:stretch>
            <a:fillRect/>
          </a:stretch>
        </p:blipFill>
        <p:spPr bwMode="auto">
          <a:xfrm>
            <a:off x="695960" y="1675010"/>
            <a:ext cx="5400040" cy="372173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1D9292D-E0EB-2800-134E-39F85E36D0E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08"/>
          <a:stretch>
            <a:fillRect/>
          </a:stretch>
        </p:blipFill>
        <p:spPr bwMode="auto">
          <a:xfrm>
            <a:off x="6367162" y="1705490"/>
            <a:ext cx="5419090" cy="369125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79188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435248B-04F1-024D-7D2D-3AD7C51CF78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720" b="7037"/>
          <a:stretch>
            <a:fillRect/>
          </a:stretch>
        </p:blipFill>
        <p:spPr bwMode="auto">
          <a:xfrm>
            <a:off x="118389" y="1435417"/>
            <a:ext cx="5808789" cy="39871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125DA280-F013-8F56-76E1-F77E6054D75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1" b="2388"/>
          <a:stretch>
            <a:fillRect/>
          </a:stretch>
        </p:blipFill>
        <p:spPr bwMode="auto">
          <a:xfrm>
            <a:off x="6096000" y="1435417"/>
            <a:ext cx="5862505" cy="39871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16822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80A3265-B0D4-5BFB-4202-2D11A6517E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5"/>
          <a:stretch>
            <a:fillRect/>
          </a:stretch>
        </p:blipFill>
        <p:spPr bwMode="auto">
          <a:xfrm>
            <a:off x="367772" y="1487139"/>
            <a:ext cx="5667955" cy="388372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1E55AE9-17B2-14FF-6CD3-7A20DC595B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87139"/>
            <a:ext cx="5825926" cy="38837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5642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CF1AC80-339C-6522-66DF-2B022E0422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40" y="1629092"/>
            <a:ext cx="6000071" cy="3999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C0D47A0-6A03-77CF-7006-6D84B541DC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13"/>
          <a:stretch>
            <a:fillRect/>
          </a:stretch>
        </p:blipFill>
        <p:spPr bwMode="auto">
          <a:xfrm>
            <a:off x="6270126" y="1629091"/>
            <a:ext cx="5855784" cy="399981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71088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4F0B720-5026-8255-4F0E-A41B07121C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86" y="1218215"/>
            <a:ext cx="3074678" cy="4612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5B1EF2D-3E22-3F66-3489-6CB8BEB33A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4126" y="1218215"/>
            <a:ext cx="6919262" cy="46125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506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718194F-E6D0-3AAF-D594-C2769EFE97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083" y="1421765"/>
            <a:ext cx="6774244" cy="4515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3CF9A15-46C7-23CC-86D4-353B9AF3B0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542" y="1421765"/>
            <a:ext cx="2938881" cy="44090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690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509687F-6F12-DB17-B266-7491AC5111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34"/>
          <a:stretch>
            <a:fillRect/>
          </a:stretch>
        </p:blipFill>
        <p:spPr bwMode="auto">
          <a:xfrm>
            <a:off x="486525" y="1097040"/>
            <a:ext cx="7291812" cy="46639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7F69564D-B812-F9BE-6CBC-BA8ACAD30B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2201" y="1281669"/>
            <a:ext cx="2863108" cy="42946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988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FEE346A-C93A-F445-C3FB-3FEFEDBE0D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8"/>
          <a:stretch>
            <a:fillRect/>
          </a:stretch>
        </p:blipFill>
        <p:spPr bwMode="auto">
          <a:xfrm>
            <a:off x="355896" y="1734070"/>
            <a:ext cx="5637186" cy="38858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A029B51-B23F-A756-9D47-FC61630931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8919" y="1734070"/>
            <a:ext cx="5827189" cy="38845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230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597ACBC-10E8-3DEE-6018-ED2F55F93A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879" y="1366352"/>
            <a:ext cx="2922179" cy="4383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B4C19C4-A774-AED5-F168-813ED60A6C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026" y="1106578"/>
            <a:ext cx="7354661" cy="49028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45487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0342F352-FB54-EF84-97AD-6D8C9A8328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193" y="1245501"/>
            <a:ext cx="3148784" cy="4723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093DF86-E063-B26E-A7F7-01892B9FA0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410" y="983769"/>
            <a:ext cx="7894441" cy="52626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9167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33167D7-DDD6-227E-615E-0947D121316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1"/>
          <a:stretch>
            <a:fillRect/>
          </a:stretch>
        </p:blipFill>
        <p:spPr bwMode="auto">
          <a:xfrm>
            <a:off x="177768" y="1697540"/>
            <a:ext cx="6721956" cy="413324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11CE461-5D0F-1535-DDA2-C0ED3FB78D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861" b="13374"/>
          <a:stretch>
            <a:fillRect/>
          </a:stretch>
        </p:blipFill>
        <p:spPr bwMode="auto">
          <a:xfrm>
            <a:off x="7713329" y="975337"/>
            <a:ext cx="3482876" cy="55776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47248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A2395809-957D-F82F-44E8-A5BF93EA19D6}"/>
              </a:ext>
            </a:extLst>
          </p:cNvPr>
          <p:cNvSpPr txBox="1"/>
          <p:nvPr/>
        </p:nvSpPr>
        <p:spPr>
          <a:xfrm>
            <a:off x="9480111" y="325262"/>
            <a:ext cx="2173947" cy="2358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pt-BR" sz="1399" baseline="30000" dirty="0">
                <a:solidFill>
                  <a:schemeClr val="bg1"/>
                </a:solidFill>
                <a:latin typeface="CAIXA Std Book" panose="020B0503020204030204" pitchFamily="34" charset="77"/>
                <a:ea typeface="Arial" charset="0"/>
                <a:cs typeface="Arial" charset="0"/>
              </a:rPr>
              <a:t>#INTERNO.CONFIDENCIAL</a:t>
            </a:r>
            <a:endParaRPr lang="pt-BR" sz="1199" baseline="30000" dirty="0">
              <a:solidFill>
                <a:schemeClr val="bg1"/>
              </a:solidFill>
              <a:latin typeface="CAIXA Std Book" panose="020B0503020204030204" pitchFamily="34" charset="77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215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34</Words>
  <Application>Microsoft Office PowerPoint</Application>
  <PresentationFormat>Widescreen</PresentationFormat>
  <Paragraphs>10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3" baseType="lpstr">
      <vt:lpstr>Aptos</vt:lpstr>
      <vt:lpstr>Aptos Display</vt:lpstr>
      <vt:lpstr>Arial</vt:lpstr>
      <vt:lpstr>CAIXA Std</vt:lpstr>
      <vt:lpstr>CAIXA Std Book</vt:lpstr>
      <vt:lpstr>CAIXA Std Light</vt:lpstr>
      <vt:lpstr>CAIXA Std SemiBold</vt:lpstr>
      <vt:lpstr>Tw Cen MT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Caixa Economica Federal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Danielly Maria Abrantes</dc:creator>
  <cp:lastModifiedBy>Danielly Maria Abrantes</cp:lastModifiedBy>
  <cp:revision>3</cp:revision>
  <dcterms:created xsi:type="dcterms:W3CDTF">2026-06-17T15:24:47Z</dcterms:created>
  <dcterms:modified xsi:type="dcterms:W3CDTF">2026-07-29T04:41:19Z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b56d300-f888-4f70-a891-a1fe8a6ebcb0_Enabled">
    <vt:lpwstr>true</vt:lpwstr>
  </property>
  <property fmtid="{D5CDD505-2E9C-101B-9397-08002B2CF9AE}" pid="3" name="MSIP_Label_7b56d300-f888-4f70-a891-a1fe8a6ebcb0_SetDate">
    <vt:lpwstr>2026-06-17T15:24:59Z</vt:lpwstr>
  </property>
  <property fmtid="{D5CDD505-2E9C-101B-9397-08002B2CF9AE}" pid="4" name="MSIP_Label_7b56d300-f888-4f70-a891-a1fe8a6ebcb0_Method">
    <vt:lpwstr>Privileged</vt:lpwstr>
  </property>
  <property fmtid="{D5CDD505-2E9C-101B-9397-08002B2CF9AE}" pid="5" name="MSIP_Label_7b56d300-f888-4f70-a891-a1fe8a6ebcb0_Name">
    <vt:lpwstr>#INTERNO.TODOS</vt:lpwstr>
  </property>
  <property fmtid="{D5CDD505-2E9C-101B-9397-08002B2CF9AE}" pid="6" name="MSIP_Label_7b56d300-f888-4f70-a891-a1fe8a6ebcb0_SiteId">
    <vt:lpwstr>ab9bba98-684a-43fb-add8-9c2bebede229</vt:lpwstr>
  </property>
  <property fmtid="{D5CDD505-2E9C-101B-9397-08002B2CF9AE}" pid="7" name="MSIP_Label_7b56d300-f888-4f70-a891-a1fe8a6ebcb0_ActionId">
    <vt:lpwstr>51376a6b-7b94-4119-afbb-615dfaf08e4f</vt:lpwstr>
  </property>
  <property fmtid="{D5CDD505-2E9C-101B-9397-08002B2CF9AE}" pid="8" name="MSIP_Label_7b56d300-f888-4f70-a891-a1fe8a6ebcb0_ContentBits">
    <vt:lpwstr>1</vt:lpwstr>
  </property>
  <property fmtid="{D5CDD505-2E9C-101B-9397-08002B2CF9AE}" pid="9" name="MSIP_Label_7b56d300-f888-4f70-a891-a1fe8a6ebcb0_Tag">
    <vt:lpwstr>10, 0, 1, 1</vt:lpwstr>
  </property>
</Properties>
</file>