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Presentation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>
  <p:sldMasterIdLst>
    <p:sldMasterId id="2147483648" r:id="rIdMaster"/>
  </p:sldMasterIdLst>
  <p:sldIdLst>
    <p:sldId id="256" r:id="rIdSlide1"/>
    <p:sldId id="257" r:id="rIdSlide2"/>
    <p:sldId id="258" r:id="rIdSlide3"/>
  </p:sldIdLst>
  <p:sldSz cx="7620000" cy="6096000" type="custom"/>
  <p:notesSz cx="6858000" cy="9144000"/>
  <p:defaultTextStyle/>
</p:presentation>
</file>

<file path=ppt/_rels/presentation.xml.rels><?xml version="1.0" encoding="UTF-8"?><Relationships xmlns="http://schemas.openxmlformats.org/package/2006/relationships"><Relationship Id="rIdMaster" Type="http://schemas.openxmlformats.org/officeDocument/2006/relationships/slideMaster" Target="slideMasters/slideMaster1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/Relationships>
</file>

<file path=ppt/slideLayouts/_rels/slideLayout1.xml.rels><?xml version="1.0" encoding="UTF-8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 type="blank" preserve="1">
  <p:cSld name="Tela liv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Layout"/>
  </p:sldLayoutIdLst>
  <p:txStyles>
    <p:titleStyle/>
    <p:bodyStyle/>
    <p:otherStyle/>
  </p:txStyles>
</p:sldMaster>
</file>

<file path=ppt/slides/_rels/slide1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Link6" Type="http://schemas.openxmlformats.org/officeDocument/2006/relationships/slide" Target="slide2.xml"/></Relationships>
</file>

<file path=ppt/slides/_rels/slide2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Image4" Type="http://schemas.openxmlformats.org/officeDocument/2006/relationships/image" Target="../media/eacc6a15-c450-4287-8c53-ac3a5c10a7c3.jpg"/><Relationship Id="rIdSkin34" Type="http://schemas.openxmlformats.org/officeDocument/2006/relationships/image" Target="../media/skin-fca8d0a6528b8cb8.png"/><Relationship Id="rIdLink37" Type="http://schemas.openxmlformats.org/officeDocument/2006/relationships/slide" Target="slide1.xml"/></Relationships>
</file>

<file path=ppt/slides/_rels/slide3.xml.rels><?xml version="1.0" encoding="UTF-8"?><Relationships xmlns="http://schemas.openxmlformats.org/package/2006/relationships"><Relationship Id="rIdLayout" Type="http://schemas.openxmlformats.org/officeDocument/2006/relationships/slideLayout" Target="../slideLayouts/slideLayout1.xml"/><Relationship Id="rIdImage4" Type="http://schemas.openxmlformats.org/officeDocument/2006/relationships/image" Target="../media/eacc6a15-c450-4287-8c53-ac3a5c10a7c3.jpg"/><Relationship Id="rIdSkin6" Type="http://schemas.openxmlformats.org/officeDocument/2006/relationships/image" Target="../media/skin-3fbfdb9eadaec65e.png"/><Relationship Id="rIdSkin8" Type="http://schemas.openxmlformats.org/officeDocument/2006/relationships/image" Target="../media/skin-43c9e2d8a2ae7328.png"/><Relationship Id="rIdSkin10" Type="http://schemas.openxmlformats.org/officeDocument/2006/relationships/image" Target="../media/skin-43c9e2d8a2ae7328.png"/><Relationship Id="rIdSkin12" Type="http://schemas.openxmlformats.org/officeDocument/2006/relationships/image" Target="../media/skin-43c9e2d8a2ae7328.png"/><Relationship Id="rIdSkin14" Type="http://schemas.openxmlformats.org/officeDocument/2006/relationships/image" Target="../media/skin-43c9e2d8a2ae7328.png"/><Relationship Id="rIdSkin16" Type="http://schemas.openxmlformats.org/officeDocument/2006/relationships/image" Target="../media/skin-43c9e2d8a2ae7328.png"/><Relationship Id="rIdSkin18" Type="http://schemas.openxmlformats.org/officeDocument/2006/relationships/image" Target="../media/skin-43c9e2d8a2ae7328.png"/><Relationship Id="rIdSkin20" Type="http://schemas.openxmlformats.org/officeDocument/2006/relationships/image" Target="../media/skin-43c9e2d8a2ae7328.png"/><Relationship Id="rIdSkin22" Type="http://schemas.openxmlformats.org/officeDocument/2006/relationships/image" Target="../media/skin-43c9e2d8a2ae7328.png"/><Relationship Id="rIdSkin24" Type="http://schemas.openxmlformats.org/officeDocument/2006/relationships/image" Target="../media/skin-43c9e2d8a2ae7328.png"/><Relationship Id="rIdSkin26" Type="http://schemas.openxmlformats.org/officeDocument/2006/relationships/image" Target="../media/skin-43c9e2d8a2ae7328.png"/><Relationship Id="rIdSkin28" Type="http://schemas.openxmlformats.org/officeDocument/2006/relationships/image" Target="../media/skin-3fbfdb9eadaec65e.png"/><Relationship Id="rIdSkin30" Type="http://schemas.openxmlformats.org/officeDocument/2006/relationships/image" Target="../media/skin-3fbfdb9eadaec65e.png"/><Relationship Id="rIdSkin32" Type="http://schemas.openxmlformats.org/officeDocument/2006/relationships/image" Target="../media/skin-3fbfdb9eadaec65e.png"/><Relationship Id="rIdSkin34" Type="http://schemas.openxmlformats.org/officeDocument/2006/relationships/image" Target="../media/skin-3fbfdb9eadaec65e.png"/><Relationship Id="rIdSkin36" Type="http://schemas.openxmlformats.org/officeDocument/2006/relationships/image" Target="../media/skin-3fbfdb9eadaec65e.png"/><Relationship Id="rIdSkin38" Type="http://schemas.openxmlformats.org/officeDocument/2006/relationships/image" Target="../media/skin-3fbfdb9eadaec65e.png"/><Relationship Id="rIdSkin40" Type="http://schemas.openxmlformats.org/officeDocument/2006/relationships/image" Target="../media/skin-3fbfdb9eadaec65e.png"/><Relationship Id="rIdSkin42" Type="http://schemas.openxmlformats.org/officeDocument/2006/relationships/image" Target="../media/skin-3fbfdb9eadaec65e.png"/><Relationship Id="rIdSkin44" Type="http://schemas.openxmlformats.org/officeDocument/2006/relationships/image" Target="../media/skin-3fbfdb9eadaec65e.png"/><Relationship Id="rIdSkin46" Type="http://schemas.openxmlformats.org/officeDocument/2006/relationships/image" Target="../media/skin-3fbfdb9eadaec65e.png"/><Relationship Id="rIdSkin48" Type="http://schemas.openxmlformats.org/officeDocument/2006/relationships/image" Target="../media/skin-3fbfdb9eadaec65e.png"/><Relationship Id="rIdLink51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>
  <p:cSld name="Teste dos composto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"/>
          <p:cNvSpPr txBox="1"/>
          <p:nvPr/>
        </p:nvSpPr>
        <p:spPr>
          <a:xfrm>
            <a:off x="457200" y="457200"/>
            <a:ext cx="6705600" cy="5715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2100" b="1">
                <a:solidFill>
                  <a:srgbClr val="0F172A"/>
                </a:solidFill>
                <a:latin typeface="Arial"/>
              </a:rPr>
              <a:t xml:space="preserve">Teste dos compostos</a:t>
            </a:r>
            <a:endParaRPr lang="pt-BR"/>
          </a:p>
        </p:txBody>
      </p:sp>
      <p:sp>
        <p:nvSpPr>
          <p:cNvPr id="4" name="Descrição"/>
          <p:cNvSpPr txBox="1"/>
          <p:nvPr/>
        </p:nvSpPr>
        <p:spPr>
          <a:xfrm>
            <a:off x="457200" y="1066800"/>
            <a:ext cx="6705600" cy="3048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1125">
                <a:solidFill>
                  <a:srgbClr val="64748B"/>
                </a:solidFill>
                <a:latin typeface="Arial"/>
              </a:rPr>
              <a:t xml:space="preserve">Escolha um percurso para conhecer a jornada.</a:t>
            </a:r>
            <a:endParaRPr lang="pt-BR"/>
          </a:p>
        </p:txBody>
      </p:sp>
      <p:sp>
        <p:nvSpPr>
          <p:cNvPr id="5" name="Explorar a jornada">
            <a:hlinkClick r:id="rIdLink6" action="ppaction://hlinksldjump"/>
          </p:cNvPr>
          <p:cNvSpPr txBox="1"/>
          <p:nvPr/>
        </p:nvSpPr>
        <p:spPr>
          <a:xfrm>
            <a:off x="457200" y="1714500"/>
            <a:ext cx="6705600" cy="457200"/>
          </a:xfrm>
          <a:prstGeom prst="rect">
            <a:avLst/>
          </a:prstGeom>
          <a:solidFill>
            <a:srgbClr val="EFF6FF"/>
          </a:solidFill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1350" b="1">
                <a:solidFill>
                  <a:srgbClr val="1D4ED8"/>
                </a:solidFill>
                <a:latin typeface="Arial"/>
              </a:rPr>
              <a:t xml:space="preserve">Explorar a jornada</a:t>
            </a:r>
            <a:endParaRPr lang="pt-BR"/>
          </a:p>
        </p:txBody>
      </p:sp>
    </p:spTree>
  </p:cSld>
  <p:clrMapOvr>
    <a:masterClrMapping/>
  </p:clrMapOvr>
  <p:transition spd="fast" p14:dur="300" advClick="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>
  <p:cSld name="01 · Códigos de barra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ndo"/>
          <p:cNvSpPr txBox="1"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  <p:pic>
        <p:nvPicPr>
          <p:cNvPr id="4" name="eacc6a15-c450-4287-8c53-ac3a5c10a7c3"/>
          <p:cNvPicPr/>
          <p:nvPr/>
        </p:nvPicPr>
        <p:blipFill>
          <a:blip r:embed="rIdImage4"/>
          <a:stretch>
            <a:fillRect/>
          </a:stretch>
        </p:blipFill>
        <p:spPr>
          <a:xfrm>
            <a:off x="0" y="0"/>
            <a:ext cx="7620000" cy="5715000"/>
          </a:xfrm>
          <a:prstGeom prst="rect">
            <a:avLst/>
          </a:prstGeom>
        </p:spPr>
      </p:pic>
      <p:grpSp>
        <p:nvGrpSpPr>
          <p:cNvPr id="5" name="f01d3bba-51ed-4c16-8b9c-00b9cb881742"/>
          <p:cNvGrpSpPr/>
          <p:nvPr/>
        </p:nvGrpSpPr>
        <p:grpSpPr>
          <a:xfrm>
            <a:off x="381000" y="762000"/>
            <a:ext cx="5810250" cy="571500"/>
            <a:chOff x="381000" y="762000"/>
            <a:chExt cx="5810250" cy="571500"/>
          </a:xfrm>
        </p:grpSpPr>
        <p:sp>
          <p:nvSpPr>
            <p:cNvPr id="6" name="f01d3bba-51ed-4c16-8b9c-00b9cb881742/rótulo"/>
            <p:cNvSpPr txBox="1"/>
            <p:nvPr/>
          </p:nvSpPr>
          <p:spPr>
            <a:xfrm>
              <a:off x="666750" y="781050"/>
              <a:ext cx="1905000" cy="1905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 b="1">
                  <a:solidFill>
                    <a:srgbClr val="5064AA"/>
                  </a:solidFill>
                  <a:latin typeface="Futura Medium"/>
                </a:rPr>
                <a:t xml:space="preserve">Número do Código de Barras:</a:t>
              </a:r>
              <a:endParaRPr lang="pt-BR"/>
            </a:p>
          </p:txBody>
        </p:sp>
        <p:sp>
          <p:nvSpPr>
            <p:cNvPr id="7" name="f01d3bba-51ed-4c16-8b9c-00b9cb881742/campo-1"/>
            <p:cNvSpPr txBox="1"/>
            <p:nvPr/>
          </p:nvSpPr>
          <p:spPr>
            <a:xfrm>
              <a:off x="666750" y="952500"/>
              <a:ext cx="476250" cy="190500"/>
            </a:xfrm>
            <a:prstGeom prst="rect">
              <a:avLst/>
            </a:prstGeom>
            <a:solidFill>
              <a:srgbClr val="10508E"/>
            </a:solidFill>
            <a:ln w="9525">
              <a:solidFill>
                <a:srgbClr val="10508E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8" name="f01d3bba-51ed-4c16-8b9c-00b9cb881742/valor-1"/>
            <p:cNvSpPr txBox="1"/>
            <p:nvPr/>
          </p:nvSpPr>
          <p:spPr>
            <a:xfrm>
              <a:off x="704850" y="971550"/>
              <a:ext cx="400050" cy="1524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ctr"/>
              <a:r>
                <a:rPr lang="pt-BR" sz="900">
                  <a:solidFill>
                    <a:srgbClr val="FFFFFF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9" name="f01d3bba-51ed-4c16-8b9c-00b9cb881742/campo-2"/>
            <p:cNvSpPr txBox="1"/>
            <p:nvPr/>
          </p:nvSpPr>
          <p:spPr>
            <a:xfrm>
              <a:off x="1190625" y="952500"/>
              <a:ext cx="476250" cy="190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0" name="f01d3bba-51ed-4c16-8b9c-00b9cb881742/valor-2"/>
            <p:cNvSpPr txBox="1"/>
            <p:nvPr/>
          </p:nvSpPr>
          <p:spPr>
            <a:xfrm>
              <a:off x="1228725" y="971550"/>
              <a:ext cx="400050" cy="1524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ctr"/>
              <a:r>
                <a:rPr lang="pt-BR" sz="900">
                  <a:solidFill>
                    <a:srgbClr val="000000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1" name="f01d3bba-51ed-4c16-8b9c-00b9cb881742/campo-3"/>
            <p:cNvSpPr txBox="1"/>
            <p:nvPr/>
          </p:nvSpPr>
          <p:spPr>
            <a:xfrm>
              <a:off x="1714500" y="952500"/>
              <a:ext cx="476250" cy="190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2" name="f01d3bba-51ed-4c16-8b9c-00b9cb881742/valor-3"/>
            <p:cNvSpPr txBox="1"/>
            <p:nvPr/>
          </p:nvSpPr>
          <p:spPr>
            <a:xfrm>
              <a:off x="1752600" y="971550"/>
              <a:ext cx="400050" cy="1524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ctr"/>
              <a:r>
                <a:rPr lang="pt-BR" sz="900">
                  <a:solidFill>
                    <a:srgbClr val="000000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3" name="f01d3bba-51ed-4c16-8b9c-00b9cb881742/campo-4"/>
            <p:cNvSpPr txBox="1"/>
            <p:nvPr/>
          </p:nvSpPr>
          <p:spPr>
            <a:xfrm>
              <a:off x="2238375" y="952500"/>
              <a:ext cx="571500" cy="190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4" name="f01d3bba-51ed-4c16-8b9c-00b9cb881742/valor-4"/>
            <p:cNvSpPr txBox="1"/>
            <p:nvPr/>
          </p:nvSpPr>
          <p:spPr>
            <a:xfrm>
              <a:off x="2276475" y="971550"/>
              <a:ext cx="495300" cy="1524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ctr"/>
              <a:r>
                <a:rPr lang="pt-BR" sz="900">
                  <a:solidFill>
                    <a:srgbClr val="000000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5" name="f01d3bba-51ed-4c16-8b9c-00b9cb881742/campo-5"/>
            <p:cNvSpPr txBox="1"/>
            <p:nvPr/>
          </p:nvSpPr>
          <p:spPr>
            <a:xfrm>
              <a:off x="2857500" y="952500"/>
              <a:ext cx="476250" cy="190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6" name="f01d3bba-51ed-4c16-8b9c-00b9cb881742/valor-5"/>
            <p:cNvSpPr txBox="1"/>
            <p:nvPr/>
          </p:nvSpPr>
          <p:spPr>
            <a:xfrm>
              <a:off x="2895600" y="971550"/>
              <a:ext cx="400050" cy="1524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ctr"/>
              <a:r>
                <a:rPr lang="pt-BR" sz="900">
                  <a:solidFill>
                    <a:srgbClr val="000000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7" name="f01d3bba-51ed-4c16-8b9c-00b9cb881742/campo-6"/>
            <p:cNvSpPr txBox="1"/>
            <p:nvPr/>
          </p:nvSpPr>
          <p:spPr>
            <a:xfrm>
              <a:off x="3381375" y="952500"/>
              <a:ext cx="571500" cy="190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8" name="f01d3bba-51ed-4c16-8b9c-00b9cb881742/valor-6"/>
            <p:cNvSpPr txBox="1"/>
            <p:nvPr/>
          </p:nvSpPr>
          <p:spPr>
            <a:xfrm>
              <a:off x="3419475" y="971550"/>
              <a:ext cx="495300" cy="1524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ctr"/>
              <a:r>
                <a:rPr lang="pt-BR" sz="900">
                  <a:solidFill>
                    <a:srgbClr val="000000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19" name="f01d3bba-51ed-4c16-8b9c-00b9cb881742/campo-7"/>
            <p:cNvSpPr txBox="1"/>
            <p:nvPr/>
          </p:nvSpPr>
          <p:spPr>
            <a:xfrm>
              <a:off x="4000500" y="952500"/>
              <a:ext cx="142875" cy="190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20" name="f01d3bba-51ed-4c16-8b9c-00b9cb881742/valor-7"/>
            <p:cNvSpPr txBox="1"/>
            <p:nvPr/>
          </p:nvSpPr>
          <p:spPr>
            <a:xfrm>
              <a:off x="4038600" y="971550"/>
              <a:ext cx="66675" cy="1524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ctr"/>
              <a:r>
                <a:rPr lang="pt-BR" sz="900">
                  <a:solidFill>
                    <a:srgbClr val="000000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21" name="f01d3bba-51ed-4c16-8b9c-00b9cb881742/campo-8"/>
            <p:cNvSpPr txBox="1"/>
            <p:nvPr/>
          </p:nvSpPr>
          <p:spPr>
            <a:xfrm>
              <a:off x="4191000" y="952500"/>
              <a:ext cx="1047750" cy="1905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22" name="f01d3bba-51ed-4c16-8b9c-00b9cb881742/valor-8"/>
            <p:cNvSpPr txBox="1"/>
            <p:nvPr/>
          </p:nvSpPr>
          <p:spPr>
            <a:xfrm>
              <a:off x="4229100" y="971550"/>
              <a:ext cx="971550" cy="1524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ctr"/>
              <a:r>
                <a:rPr lang="pt-BR" sz="900">
                  <a:solidFill>
                    <a:srgbClr val="000000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23" name="f01d3bba-51ed-4c16-8b9c-00b9cb881742/separador"/>
            <p:cNvSpPr txBox="1"/>
            <p:nvPr/>
          </p:nvSpPr>
          <p:spPr>
            <a:xfrm>
              <a:off x="1152525" y="1019175"/>
              <a:ext cx="47625" cy="95250"/>
            </a:xfrm>
            <a:prstGeom prst="rect">
              <a:avLst/>
            </a:prstGeom>
            <a:solidFill>
              <a:srgbClr val="5064AA"/>
            </a:solidFill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24" name="f01d3bba-51ed-4c16-8b9c-00b9cb881742/separador"/>
            <p:cNvSpPr txBox="1"/>
            <p:nvPr/>
          </p:nvSpPr>
          <p:spPr>
            <a:xfrm>
              <a:off x="2200275" y="1019175"/>
              <a:ext cx="47625" cy="95250"/>
            </a:xfrm>
            <a:prstGeom prst="rect">
              <a:avLst/>
            </a:prstGeom>
            <a:solidFill>
              <a:srgbClr val="5064AA"/>
            </a:solidFill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25" name="f01d3bba-51ed-4c16-8b9c-00b9cb881742/separador"/>
            <p:cNvSpPr txBox="1"/>
            <p:nvPr/>
          </p:nvSpPr>
          <p:spPr>
            <a:xfrm>
              <a:off x="3343275" y="1019175"/>
              <a:ext cx="47625" cy="95250"/>
            </a:xfrm>
            <a:prstGeom prst="rect">
              <a:avLst/>
            </a:prstGeom>
            <a:solidFill>
              <a:srgbClr val="5064AA"/>
            </a:solidFill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900">
                  <a:solidFill>
                    <a:srgbClr val="334155"/>
                  </a:solidFill>
                  <a:latin typeface="Arial"/>
                </a:rPr>
                <a:t xml:space="preserve"/>
              </a:r>
              <a:endParaRPr lang="pt-BR"/>
            </a:p>
          </p:txBody>
        </p:sp>
      </p:grpSp>
      <p:grpSp>
        <p:nvGrpSpPr>
          <p:cNvPr id="26" name="5eb58b6f-0922-4037-8743-ae8002a5e539"/>
          <p:cNvGrpSpPr/>
          <p:nvPr/>
        </p:nvGrpSpPr>
        <p:grpSpPr>
          <a:xfrm>
            <a:off x="381000" y="1809750"/>
            <a:ext cx="5048250" cy="1143000"/>
            <a:chOff x="381000" y="1809750"/>
            <a:chExt cx="5048250" cy="1143000"/>
          </a:xfrm>
        </p:grpSpPr>
        <p:sp>
          <p:nvSpPr>
            <p:cNvPr id="27" name="5eb58b6f-0922-4037-8743-ae8002a5e539/bloco-1-linha-1-rótulo"/>
            <p:cNvSpPr txBox="1"/>
            <p:nvPr/>
          </p:nvSpPr>
          <p:spPr>
            <a:xfrm>
              <a:off x="495300" y="1924050"/>
              <a:ext cx="1924050" cy="2286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825" b="1">
                  <a:solidFill>
                    <a:srgbClr val="334155"/>
                  </a:solidFill>
                  <a:latin typeface="Futura Medium"/>
                </a:rPr>
                <a:t xml:space="preserve">CNPJ:</a:t>
              </a:r>
              <a:endParaRPr lang="pt-BR"/>
            </a:p>
          </p:txBody>
        </p:sp>
        <p:sp>
          <p:nvSpPr>
            <p:cNvPr id="28" name="5eb58b6f-0922-4037-8743-ae8002a5e539/bloco-1-linha-1-valor"/>
            <p:cNvSpPr txBox="1"/>
            <p:nvPr/>
          </p:nvSpPr>
          <p:spPr>
            <a:xfrm>
              <a:off x="2495550" y="1924050"/>
              <a:ext cx="2819400" cy="2286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/>
            <a:lstStyle/>
            <a:p>
              <a:pPr algn="l"/>
              <a:r>
                <a:rPr lang="pt-BR" sz="825">
                  <a:solidFill>
                    <a:srgbClr val="0F172A"/>
                  </a:solidFill>
                  <a:latin typeface="Arial"/>
                </a:rPr>
                <a:t xml:space="preserve"/>
              </a:r>
              <a:endParaRPr lang="pt-BR"/>
            </a:p>
          </p:txBody>
        </p:sp>
        <p:sp>
          <p:nvSpPr>
            <p:cNvPr id="29" name="5eb58b6f-0922-4037-8743-ae8002a5e539/bloco-1-linha-2-rótulo"/>
            <p:cNvSpPr txBox="1"/>
            <p:nvPr/>
          </p:nvSpPr>
          <p:spPr>
            <a:xfrm>
              <a:off x="495300" y="2152650"/>
              <a:ext cx="1924050" cy="2286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825" b="1">
                  <a:solidFill>
                    <a:srgbClr val="334155"/>
                  </a:solidFill>
                  <a:latin typeface="Futura Medium"/>
                </a:rPr>
                <a:t xml:space="preserve">Nome:</a:t>
              </a:r>
              <a:endParaRPr lang="pt-BR"/>
            </a:p>
          </p:txBody>
        </p:sp>
        <p:sp>
          <p:nvSpPr>
            <p:cNvPr id="30" name="5eb58b6f-0922-4037-8743-ae8002a5e539/bloco-1-linha-2-valor"/>
            <p:cNvSpPr txBox="1"/>
            <p:nvPr/>
          </p:nvSpPr>
          <p:spPr>
            <a:xfrm>
              <a:off x="2495550" y="2152650"/>
              <a:ext cx="2819400" cy="2286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/>
            <a:lstStyle/>
            <a:p>
              <a:pPr algn="l"/>
              <a:r>
                <a:rPr lang="pt-BR" sz="825">
                  <a:solidFill>
                    <a:srgbClr val="0F172A"/>
                  </a:solidFill>
                  <a:latin typeface="Arial"/>
                </a:rPr>
                <a:t xml:space="preserve"/>
              </a:r>
              <a:endParaRPr lang="pt-BR"/>
            </a:p>
          </p:txBody>
        </p:sp>
      </p:grpSp>
      <p:grpSp>
        <p:nvGrpSpPr>
          <p:cNvPr id="31" name="67e7d808-af9c-4439-b3fc-fea7b1debfbe"/>
          <p:cNvGrpSpPr/>
          <p:nvPr/>
        </p:nvGrpSpPr>
        <p:grpSpPr>
          <a:xfrm>
            <a:off x="3429000" y="190500"/>
            <a:ext cx="3810000" cy="266700"/>
            <a:chOff x="3429000" y="190500"/>
            <a:chExt cx="3810000" cy="266700"/>
          </a:xfrm>
        </p:grpSpPr>
        <p:sp>
          <p:nvSpPr>
            <p:cNvPr id="32" name="67e7d808-af9c-4439-b3fc-fea7b1debfbe"/>
            <p:cNvSpPr txBox="1"/>
            <p:nvPr/>
          </p:nvSpPr>
          <p:spPr>
            <a:xfrm>
              <a:off x="3429000" y="190500"/>
              <a:ext cx="3810000" cy="266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/>
            <a:lstStyle/>
            <a:p>
              <a:pPr algn="l"/>
              <a:r>
                <a:rPr lang="pt-BR" sz="1050" b="1">
                  <a:solidFill>
                    <a:srgbClr val="3E578D"/>
                  </a:solidFill>
                  <a:latin typeface="Futura Medium"/>
                </a:rPr>
                <a:t xml:space="preserve">Compostos 031 · 032</a:t>
              </a:r>
              <a:endParaRPr lang="pt-BR"/>
            </a:p>
          </p:txBody>
        </p:sp>
      </p:grpSp>
      <p:grpSp>
        <p:nvGrpSpPr>
          <p:cNvPr id="33" name="60219a45-6d5e-4463-9c11-2a593fdce135"/>
          <p:cNvGrpSpPr/>
          <p:nvPr/>
        </p:nvGrpSpPr>
        <p:grpSpPr>
          <a:xfrm>
            <a:off x="381000" y="3238500"/>
            <a:ext cx="1905000" cy="571500"/>
            <a:chOff x="381000" y="3238500"/>
            <a:chExt cx="1905000" cy="571500"/>
          </a:xfrm>
        </p:grpSpPr>
        <p:pic>
          <p:nvPicPr>
            <p:cNvPr id="34" name="/azul/botao_aux2_released.png"/>
            <p:cNvPicPr/>
            <p:nvPr/>
          </p:nvPicPr>
          <p:blipFill>
            <a:blip r:embed="rIdSkin34"/>
            <a:stretch>
              <a:fillRect/>
            </a:stretch>
          </p:blipFill>
          <p:spPr>
            <a:xfrm>
              <a:off x="381000" y="3238500"/>
              <a:ext cx="1905000" cy="571500"/>
            </a:xfrm>
            <a:prstGeom prst="rect">
              <a:avLst/>
            </a:prstGeom>
          </p:spPr>
        </p:pic>
        <p:sp>
          <p:nvSpPr>
            <p:cNvPr id="35" name="60219a45-6d5e-4463-9c11-2a593fdce135"/>
            <p:cNvSpPr txBox="1"/>
            <p:nvPr/>
          </p:nvSpPr>
          <p:spPr>
            <a:xfrm>
              <a:off x="419100" y="3238500"/>
              <a:ext cx="1828800" cy="5715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pt-BR" sz="900" b="1">
                  <a:solidFill>
                    <a:srgbClr val="00FF00"/>
                  </a:solidFill>
                  <a:latin typeface="Futura Medium"/>
                </a:rPr>
                <a:t xml:space="preserve">Confirmar</a:t>
              </a:r>
              <a:endParaRPr lang="pt-BR"/>
            </a:p>
          </p:txBody>
        </p:sp>
      </p:grpSp>
      <p:sp>
        <p:nvSpPr>
          <p:cNvPr id="36" name="Menu">
            <a:hlinkClick r:id="rIdLink37" action="ppaction://hlinksldjump"/>
          </p:cNvPr>
          <p:cNvSpPr txBox="1"/>
          <p:nvPr/>
        </p:nvSpPr>
        <p:spPr>
          <a:xfrm>
            <a:off x="114300" y="5810250"/>
            <a:ext cx="1333500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2563EB"/>
                </a:solidFill>
                <a:latin typeface="Arial"/>
              </a:rPr>
              <a:t xml:space="preserve">← Menu da jornada</a:t>
            </a:r>
            <a:endParaRPr lang="pt-BR"/>
          </a:p>
        </p:txBody>
      </p:sp>
    </p:spTree>
  </p:cSld>
  <p:clrMapOvr>
    <a:masterClrMapping/>
  </p:clrMapOvr>
  <p:transition spd="fast" p14:dur="300" advClick="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xmlns:mc="http://schemas.openxmlformats.org/markup-compatibility/2006" mc:Ignorable="p14">
  <p:cSld name="02 · Menu da aplicaçã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ndo"/>
          <p:cNvSpPr txBox="1"/>
          <p:nvPr/>
        </p:nvSpPr>
        <p:spPr>
          <a:xfrm>
            <a:off x="0" y="0"/>
            <a:ext cx="7620000" cy="5715000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334155"/>
                </a:solidFill>
                <a:latin typeface="Arial"/>
              </a:rPr>
              <a:t xml:space="preserve"/>
            </a:r>
            <a:endParaRPr lang="pt-BR"/>
          </a:p>
        </p:txBody>
      </p:sp>
      <p:pic>
        <p:nvPicPr>
          <p:cNvPr id="4" name="eacc6a15-c450-4287-8c53-ac3a5c10a7c3"/>
          <p:cNvPicPr/>
          <p:nvPr/>
        </p:nvPicPr>
        <p:blipFill>
          <a:blip r:embed="rIdImage4"/>
          <a:stretch>
            <a:fillRect/>
          </a:stretch>
        </p:blipFill>
        <p:spPr>
          <a:xfrm>
            <a:off x="0" y="0"/>
            <a:ext cx="7620000" cy="5715000"/>
          </a:xfrm>
          <a:prstGeom prst="rect">
            <a:avLst/>
          </a:prstGeom>
        </p:spPr>
      </p:pic>
      <p:grpSp>
        <p:nvGrpSpPr>
          <p:cNvPr id="5" name="bf122549-e897-4c29-bb17-02d5a2a3fc39"/>
          <p:cNvGrpSpPr/>
          <p:nvPr/>
        </p:nvGrpSpPr>
        <p:grpSpPr>
          <a:xfrm>
            <a:off x="0" y="0"/>
            <a:ext cx="7620000" cy="5715000"/>
            <a:chOff x="0" y="0"/>
            <a:chExt cx="7620000" cy="5715000"/>
          </a:xfrm>
        </p:grpSpPr>
        <p:pic>
          <p:nvPicPr>
            <p:cNvPr id="6" name="/azul/botao_menu_released.png"/>
            <p:cNvPicPr/>
            <p:nvPr/>
          </p:nvPicPr>
          <p:blipFill>
            <a:blip r:embed="rIdSkin6"/>
            <a:stretch>
              <a:fillRect/>
            </a:stretch>
          </p:blipFill>
          <p:spPr>
            <a:xfrm>
              <a:off x="190500" y="1428750"/>
              <a:ext cx="1562100" cy="647700"/>
            </a:xfrm>
            <a:prstGeom prst="rect">
              <a:avLst/>
            </a:prstGeom>
          </p:spPr>
        </p:pic>
        <p:sp>
          <p:nvSpPr>
            <p:cNvPr id="7" name="bf122549-e897-4c29-bb17-02d5a2a3fc39/9629ab6e-1448-4df0-b336-90454bc84753"/>
            <p:cNvSpPr txBox="1"/>
            <p:nvPr/>
          </p:nvSpPr>
          <p:spPr>
            <a:xfrm>
              <a:off x="190500" y="1428750"/>
              <a:ext cx="1562100" cy="647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pt-BR" sz="1350" i="1">
                  <a:solidFill>
                    <a:srgbClr val="FFFFFF"/>
                  </a:solidFill>
                  <a:latin typeface="Futura BdCn BT"/>
                </a:rPr>
                <a:t xml:space="preserve">BOLETO</a:t>
              </a:r>
              <a:endParaRPr lang="pt-BR"/>
            </a:p>
          </p:txBody>
        </p:sp>
        <p:pic>
          <p:nvPicPr>
            <p:cNvPr id="8" name="/azul/botao_menu_seta_released.png"/>
            <p:cNvPicPr/>
            <p:nvPr/>
          </p:nvPicPr>
          <p:blipFill>
            <a:blip r:embed="rIdSkin8"/>
            <a:stretch>
              <a:fillRect/>
            </a:stretch>
          </p:blipFill>
          <p:spPr>
            <a:xfrm>
              <a:off x="1905000" y="1428750"/>
              <a:ext cx="1562100" cy="647700"/>
            </a:xfrm>
            <a:prstGeom prst="rect">
              <a:avLst/>
            </a:prstGeom>
          </p:spPr>
        </p:pic>
        <p:sp>
          <p:nvSpPr>
            <p:cNvPr id="9" name="bf122549-e897-4c29-bb17-02d5a2a3fc39/fa9f9e65-d3bb-44a4-b128-6bb4965294ef"/>
            <p:cNvSpPr txBox="1"/>
            <p:nvPr/>
          </p:nvSpPr>
          <p:spPr>
            <a:xfrm>
              <a:off x="1905000" y="1428750"/>
              <a:ext cx="1562100" cy="647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pt-BR" sz="1350" i="1">
                  <a:solidFill>
                    <a:srgbClr val="FFFFFF"/>
                  </a:solidFill>
                  <a:latin typeface="Futura BdCn BT"/>
                </a:rPr>
                <a:t xml:space="preserve">CONVÊNIOS</a:t>
              </a:r>
              <a:endParaRPr lang="pt-BR"/>
            </a:p>
          </p:txBody>
        </p:sp>
        <p:pic>
          <p:nvPicPr>
            <p:cNvPr id="10" name="/azul/botao_menu_seta_released.png"/>
            <p:cNvPicPr/>
            <p:nvPr/>
          </p:nvPicPr>
          <p:blipFill>
            <a:blip r:embed="rIdSkin10"/>
            <a:stretch>
              <a:fillRect/>
            </a:stretch>
          </p:blipFill>
          <p:spPr>
            <a:xfrm>
              <a:off x="190500" y="2124075"/>
              <a:ext cx="1562100" cy="647700"/>
            </a:xfrm>
            <a:prstGeom prst="rect">
              <a:avLst/>
            </a:prstGeom>
          </p:spPr>
        </p:pic>
        <p:sp>
          <p:nvSpPr>
            <p:cNvPr id="11" name="bf122549-e897-4c29-bb17-02d5a2a3fc39/22303b05-46a3-4bee-a2b9-4dcfe08ee535"/>
            <p:cNvSpPr txBox="1"/>
            <p:nvPr/>
          </p:nvSpPr>
          <p:spPr>
            <a:xfrm>
              <a:off x="190500" y="2124075"/>
              <a:ext cx="1562100" cy="647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pt-BR" sz="1350" i="1">
                  <a:solidFill>
                    <a:srgbClr val="FFFFFF"/>
                  </a:solidFill>
                  <a:latin typeface="Futura BdCn BT"/>
                </a:rPr>
                <a:t xml:space="preserve">BENEFÍCIOS</a:t>
              </a:r>
              <a:endParaRPr lang="pt-BR"/>
            </a:p>
          </p:txBody>
        </p:sp>
        <p:pic>
          <p:nvPicPr>
            <p:cNvPr id="12" name="/azul/botao_menu_seta_released.png"/>
            <p:cNvPicPr/>
            <p:nvPr/>
          </p:nvPicPr>
          <p:blipFill>
            <a:blip r:embed="rIdSkin12"/>
            <a:stretch>
              <a:fillRect/>
            </a:stretch>
          </p:blipFill>
          <p:spPr>
            <a:xfrm>
              <a:off x="1905000" y="2124075"/>
              <a:ext cx="1562100" cy="647700"/>
            </a:xfrm>
            <a:prstGeom prst="rect">
              <a:avLst/>
            </a:prstGeom>
          </p:spPr>
        </p:pic>
        <p:sp>
          <p:nvSpPr>
            <p:cNvPr id="13" name="bf122549-e897-4c29-bb17-02d5a2a3fc39/93b9f8ab-59d8-4a73-8035-8c795c815e14"/>
            <p:cNvSpPr txBox="1"/>
            <p:nvPr/>
          </p:nvSpPr>
          <p:spPr>
            <a:xfrm>
              <a:off x="1905000" y="2124075"/>
              <a:ext cx="1562100" cy="647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pt-BR" sz="1350" i="1">
                  <a:solidFill>
                    <a:srgbClr val="FFFFFF"/>
                  </a:solidFill>
                  <a:latin typeface="Futura BdCn BT"/>
                </a:rPr>
                <a:t xml:space="preserve">FINANCEIROS</a:t>
              </a:r>
              <a:endParaRPr lang="pt-BR"/>
            </a:p>
          </p:txBody>
        </p:sp>
        <p:pic>
          <p:nvPicPr>
            <p:cNvPr id="14" name="/azul/botao_menu_seta_released.png"/>
            <p:cNvPicPr/>
            <p:nvPr/>
          </p:nvPicPr>
          <p:blipFill>
            <a:blip r:embed="rIdSkin14"/>
            <a:stretch>
              <a:fillRect/>
            </a:stretch>
          </p:blipFill>
          <p:spPr>
            <a:xfrm>
              <a:off x="190500" y="2819400"/>
              <a:ext cx="1562100" cy="647700"/>
            </a:xfrm>
            <a:prstGeom prst="rect">
              <a:avLst/>
            </a:prstGeom>
          </p:spPr>
        </p:pic>
        <p:sp>
          <p:nvSpPr>
            <p:cNvPr id="15" name="bf122549-e897-4c29-bb17-02d5a2a3fc39/5be4b33a-cd35-4090-a449-ccf2084bd63e"/>
            <p:cNvSpPr txBox="1"/>
            <p:nvPr/>
          </p:nvSpPr>
          <p:spPr>
            <a:xfrm>
              <a:off x="190500" y="2819400"/>
              <a:ext cx="1562100" cy="647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pt-BR" sz="1350" i="1">
                  <a:solidFill>
                    <a:srgbClr val="FFFFFF"/>
                  </a:solidFill>
                  <a:latin typeface="Futura BdCn BT"/>
                </a:rPr>
                <a:t xml:space="preserve">ATENDIMENTO</a:t>
              </a:r>
              <a:endParaRPr lang="pt-BR"/>
            </a:p>
          </p:txBody>
        </p:sp>
        <p:pic>
          <p:nvPicPr>
            <p:cNvPr id="16" name="/azul/botao_menu_seta_released.png"/>
            <p:cNvPicPr/>
            <p:nvPr/>
          </p:nvPicPr>
          <p:blipFill>
            <a:blip r:embed="rIdSkin16"/>
            <a:stretch>
              <a:fillRect/>
            </a:stretch>
          </p:blipFill>
          <p:spPr>
            <a:xfrm>
              <a:off x="1905000" y="2819400"/>
              <a:ext cx="1562100" cy="647700"/>
            </a:xfrm>
            <a:prstGeom prst="rect">
              <a:avLst/>
            </a:prstGeom>
          </p:spPr>
        </p:pic>
        <p:sp>
          <p:nvSpPr>
            <p:cNvPr id="17" name="bf122549-e897-4c29-bb17-02d5a2a3fc39/26f4db90-c8bd-49eb-9862-d2ecad8e788b"/>
            <p:cNvSpPr txBox="1"/>
            <p:nvPr/>
          </p:nvSpPr>
          <p:spPr>
            <a:xfrm>
              <a:off x="1905000" y="2819400"/>
              <a:ext cx="1562100" cy="647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pt-BR" sz="1350" i="1">
                  <a:solidFill>
                    <a:srgbClr val="FFFFFF"/>
                  </a:solidFill>
                  <a:latin typeface="Futura BdCn BT"/>
                </a:rPr>
                <a:t xml:space="preserve">RESULTADOS</a:t>
              </a:r>
              <a:endParaRPr lang="pt-BR"/>
            </a:p>
          </p:txBody>
        </p:sp>
        <p:pic>
          <p:nvPicPr>
            <p:cNvPr id="18" name="/azul/botao_menu_seta_released.png"/>
            <p:cNvPicPr/>
            <p:nvPr/>
          </p:nvPicPr>
          <p:blipFill>
            <a:blip r:embed="rIdSkin18"/>
            <a:stretch>
              <a:fillRect/>
            </a:stretch>
          </p:blipFill>
          <p:spPr>
            <a:xfrm>
              <a:off x="190500" y="3514725"/>
              <a:ext cx="1562100" cy="647700"/>
            </a:xfrm>
            <a:prstGeom prst="rect">
              <a:avLst/>
            </a:prstGeom>
          </p:spPr>
        </p:pic>
        <p:sp>
          <p:nvSpPr>
            <p:cNvPr id="19" name="bf122549-e897-4c29-bb17-02d5a2a3fc39/d3dd589c-0494-4082-bd81-2851de3acff5"/>
            <p:cNvSpPr txBox="1"/>
            <p:nvPr/>
          </p:nvSpPr>
          <p:spPr>
            <a:xfrm>
              <a:off x="190500" y="3514725"/>
              <a:ext cx="1562100" cy="647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pt-BR" sz="1350" i="1">
                  <a:solidFill>
                    <a:srgbClr val="FFFFFF"/>
                  </a:solidFill>
                  <a:latin typeface="Futura BdCn BT"/>
                </a:rPr>
                <a:t xml:space="preserve">APOIO</a:t>
              </a:r>
              <a:endParaRPr lang="pt-BR"/>
            </a:p>
          </p:txBody>
        </p:sp>
        <p:pic>
          <p:nvPicPr>
            <p:cNvPr id="20" name="/azul/botao_menu_seta_released.png"/>
            <p:cNvPicPr/>
            <p:nvPr/>
          </p:nvPicPr>
          <p:blipFill>
            <a:blip r:embed="rIdSkin20"/>
            <a:stretch>
              <a:fillRect/>
            </a:stretch>
          </p:blipFill>
          <p:spPr>
            <a:xfrm>
              <a:off x="1905000" y="3514725"/>
              <a:ext cx="1562100" cy="647700"/>
            </a:xfrm>
            <a:prstGeom prst="rect">
              <a:avLst/>
            </a:prstGeom>
          </p:spPr>
        </p:pic>
        <p:sp>
          <p:nvSpPr>
            <p:cNvPr id="21" name="bf122549-e897-4c29-bb17-02d5a2a3fc39/2602fe53-864a-4f1e-b967-0340f872a6d5"/>
            <p:cNvSpPr txBox="1"/>
            <p:nvPr/>
          </p:nvSpPr>
          <p:spPr>
            <a:xfrm>
              <a:off x="1905000" y="3514725"/>
              <a:ext cx="1562100" cy="647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pt-BR" sz="1350" i="1">
                  <a:solidFill>
                    <a:srgbClr val="FFFFFF"/>
                  </a:solidFill>
                  <a:latin typeface="Futura BdCn BT"/>
                </a:rPr>
                <a:t xml:space="preserve">BOLÃO</a:t>
              </a:r>
              <a:endParaRPr lang="pt-BR"/>
            </a:p>
          </p:txBody>
        </p:sp>
        <p:pic>
          <p:nvPicPr>
            <p:cNvPr id="22" name="/azul/botao_menu_seta_released.png"/>
            <p:cNvPicPr/>
            <p:nvPr/>
          </p:nvPicPr>
          <p:blipFill>
            <a:blip r:embed="rIdSkin22"/>
            <a:stretch>
              <a:fillRect/>
            </a:stretch>
          </p:blipFill>
          <p:spPr>
            <a:xfrm>
              <a:off x="190500" y="4210050"/>
              <a:ext cx="1562100" cy="647700"/>
            </a:xfrm>
            <a:prstGeom prst="rect">
              <a:avLst/>
            </a:prstGeom>
          </p:spPr>
        </p:pic>
        <p:sp>
          <p:nvSpPr>
            <p:cNvPr id="23" name="bf122549-e897-4c29-bb17-02d5a2a3fc39/ceb31457-f62c-4765-8275-0f9ca04cbbcb"/>
            <p:cNvSpPr txBox="1"/>
            <p:nvPr/>
          </p:nvSpPr>
          <p:spPr>
            <a:xfrm>
              <a:off x="190500" y="4210050"/>
              <a:ext cx="1562100" cy="647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pt-BR" sz="1350" i="1">
                  <a:solidFill>
                    <a:srgbClr val="FFFFFF"/>
                  </a:solidFill>
                  <a:latin typeface="Futura BdCn BT"/>
                </a:rPr>
                <a:t xml:space="preserve">RELATÓRIOS</a:t>
              </a:r>
              <a:endParaRPr lang="pt-BR"/>
            </a:p>
          </p:txBody>
        </p:sp>
        <p:pic>
          <p:nvPicPr>
            <p:cNvPr id="24" name="/azul/botao_menu_seta_released.png"/>
            <p:cNvPicPr/>
            <p:nvPr/>
          </p:nvPicPr>
          <p:blipFill>
            <a:blip r:embed="rIdSkin24"/>
            <a:stretch>
              <a:fillRect/>
            </a:stretch>
          </p:blipFill>
          <p:spPr>
            <a:xfrm>
              <a:off x="1905000" y="4210050"/>
              <a:ext cx="1562100" cy="647700"/>
            </a:xfrm>
            <a:prstGeom prst="rect">
              <a:avLst/>
            </a:prstGeom>
          </p:spPr>
        </p:pic>
        <p:sp>
          <p:nvSpPr>
            <p:cNvPr id="25" name="bf122549-e897-4c29-bb17-02d5a2a3fc39/212b8a7a-1793-438c-a09b-748162dd16a4"/>
            <p:cNvSpPr txBox="1"/>
            <p:nvPr/>
          </p:nvSpPr>
          <p:spPr>
            <a:xfrm>
              <a:off x="1905000" y="4210050"/>
              <a:ext cx="1562100" cy="647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pt-BR" sz="1350" i="1">
                  <a:solidFill>
                    <a:srgbClr val="FFFFFF"/>
                  </a:solidFill>
                  <a:latin typeface="Futura BdCn BT"/>
                </a:rPr>
                <a:t xml:space="preserve">PAGA PREMIADOS</a:t>
              </a:r>
              <a:endParaRPr lang="pt-BR"/>
            </a:p>
          </p:txBody>
        </p:sp>
        <p:pic>
          <p:nvPicPr>
            <p:cNvPr id="26" name="/azul/botao_menu_seta_released.png"/>
            <p:cNvPicPr/>
            <p:nvPr/>
          </p:nvPicPr>
          <p:blipFill>
            <a:blip r:embed="rIdSkin26"/>
            <a:stretch>
              <a:fillRect/>
            </a:stretch>
          </p:blipFill>
          <p:spPr>
            <a:xfrm>
              <a:off x="190500" y="4905375"/>
              <a:ext cx="1562100" cy="647700"/>
            </a:xfrm>
            <a:prstGeom prst="rect">
              <a:avLst/>
            </a:prstGeom>
          </p:spPr>
        </p:pic>
        <p:sp>
          <p:nvSpPr>
            <p:cNvPr id="27" name="bf122549-e897-4c29-bb17-02d5a2a3fc39/ce9f4aef-b818-429f-a015-e842018e0f89"/>
            <p:cNvSpPr txBox="1"/>
            <p:nvPr/>
          </p:nvSpPr>
          <p:spPr>
            <a:xfrm>
              <a:off x="190500" y="4905375"/>
              <a:ext cx="1562100" cy="647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pt-BR" sz="1350" i="1">
                  <a:solidFill>
                    <a:srgbClr val="FFFFFF"/>
                  </a:solidFill>
                  <a:latin typeface="Futura BdCn BT"/>
                </a:rPr>
                <a:t xml:space="preserve">MEIOS DE PAGAMENTO</a:t>
              </a:r>
              <a:endParaRPr lang="pt-BR"/>
            </a:p>
          </p:txBody>
        </p:sp>
        <p:pic>
          <p:nvPicPr>
            <p:cNvPr id="28" name="/azul/botao_menu_released.png"/>
            <p:cNvPicPr/>
            <p:nvPr/>
          </p:nvPicPr>
          <p:blipFill>
            <a:blip r:embed="rIdSkin28"/>
            <a:stretch>
              <a:fillRect/>
            </a:stretch>
          </p:blipFill>
          <p:spPr>
            <a:xfrm>
              <a:off x="1905000" y="4905375"/>
              <a:ext cx="1562100" cy="647700"/>
            </a:xfrm>
            <a:prstGeom prst="rect">
              <a:avLst/>
            </a:prstGeom>
          </p:spPr>
        </p:pic>
        <p:sp>
          <p:nvSpPr>
            <p:cNvPr id="29" name="bf122549-e897-4c29-bb17-02d5a2a3fc39/c76fd7e5-8db1-49a7-8739-174a1e23f0c5"/>
            <p:cNvSpPr txBox="1"/>
            <p:nvPr/>
          </p:nvSpPr>
          <p:spPr>
            <a:xfrm>
              <a:off x="1905000" y="4905375"/>
              <a:ext cx="1562100" cy="647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pt-BR" sz="1350" i="1">
                  <a:solidFill>
                    <a:srgbClr val="FFFFFF"/>
                  </a:solidFill>
                  <a:latin typeface="Futura BdCn BT"/>
                </a:rPr>
                <a:t xml:space="preserve">OFERTAR</a:t>
              </a:r>
              <a:endParaRPr lang="pt-BR"/>
            </a:p>
          </p:txBody>
        </p:sp>
        <p:pic>
          <p:nvPicPr>
            <p:cNvPr id="30" name="/azul/botao_menu_released.png"/>
            <p:cNvPicPr/>
            <p:nvPr/>
          </p:nvPicPr>
          <p:blipFill>
            <a:blip r:embed="rIdSkin30"/>
            <a:stretch>
              <a:fillRect/>
            </a:stretch>
          </p:blipFill>
          <p:spPr>
            <a:xfrm>
              <a:off x="4000500" y="1428750"/>
              <a:ext cx="1562100" cy="647700"/>
            </a:xfrm>
            <a:prstGeom prst="rect">
              <a:avLst/>
            </a:prstGeom>
          </p:spPr>
        </p:pic>
        <p:sp>
          <p:nvSpPr>
            <p:cNvPr id="31" name="bf122549-e897-4c29-bb17-02d5a2a3fc39/9698c5cb-2ea4-41c5-9816-a275e88c3acc"/>
            <p:cNvSpPr txBox="1"/>
            <p:nvPr/>
          </p:nvSpPr>
          <p:spPr>
            <a:xfrm>
              <a:off x="4000500" y="1428750"/>
              <a:ext cx="1562100" cy="647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pt-BR" sz="1350" i="1">
                  <a:solidFill>
                    <a:srgbClr val="FFFFFF"/>
                  </a:solidFill>
                  <a:latin typeface="Futura BdCn BT"/>
                </a:rPr>
                <a:t xml:space="preserve">MEGA-SENA</a:t>
              </a:r>
              <a:endParaRPr lang="pt-BR"/>
            </a:p>
          </p:txBody>
        </p:sp>
        <p:pic>
          <p:nvPicPr>
            <p:cNvPr id="32" name="/azul/botao_menu_released.png"/>
            <p:cNvPicPr/>
            <p:nvPr/>
          </p:nvPicPr>
          <p:blipFill>
            <a:blip r:embed="rIdSkin32"/>
            <a:stretch>
              <a:fillRect/>
            </a:stretch>
          </p:blipFill>
          <p:spPr>
            <a:xfrm>
              <a:off x="5715000" y="1428750"/>
              <a:ext cx="1562100" cy="647700"/>
            </a:xfrm>
            <a:prstGeom prst="rect">
              <a:avLst/>
            </a:prstGeom>
          </p:spPr>
        </p:pic>
        <p:sp>
          <p:nvSpPr>
            <p:cNvPr id="33" name="bf122549-e897-4c29-bb17-02d5a2a3fc39/4e0bfa6d-2ce7-4998-83fe-34ebb13dd4cb"/>
            <p:cNvSpPr txBox="1"/>
            <p:nvPr/>
          </p:nvSpPr>
          <p:spPr>
            <a:xfrm>
              <a:off x="5715000" y="1428750"/>
              <a:ext cx="1562100" cy="647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pt-BR" sz="1350" i="1">
                  <a:solidFill>
                    <a:srgbClr val="FFFFFF"/>
                  </a:solidFill>
                  <a:latin typeface="Futura BdCn BT"/>
                </a:rPr>
                <a:t xml:space="preserve">LOTOFÁCIL</a:t>
              </a:r>
              <a:endParaRPr lang="pt-BR"/>
            </a:p>
          </p:txBody>
        </p:sp>
        <p:pic>
          <p:nvPicPr>
            <p:cNvPr id="34" name="/azul/botao_menu_released.png"/>
            <p:cNvPicPr/>
            <p:nvPr/>
          </p:nvPicPr>
          <p:blipFill>
            <a:blip r:embed="rIdSkin34"/>
            <a:stretch>
              <a:fillRect/>
            </a:stretch>
          </p:blipFill>
          <p:spPr>
            <a:xfrm>
              <a:off x="4000500" y="2124075"/>
              <a:ext cx="1562100" cy="647700"/>
            </a:xfrm>
            <a:prstGeom prst="rect">
              <a:avLst/>
            </a:prstGeom>
          </p:spPr>
        </p:pic>
        <p:sp>
          <p:nvSpPr>
            <p:cNvPr id="35" name="bf122549-e897-4c29-bb17-02d5a2a3fc39/367de458-bc7e-4a3d-8f8c-de8ff190e697"/>
            <p:cNvSpPr txBox="1"/>
            <p:nvPr/>
          </p:nvSpPr>
          <p:spPr>
            <a:xfrm>
              <a:off x="4000500" y="2124075"/>
              <a:ext cx="1562100" cy="647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pt-BR" sz="1350" i="1">
                  <a:solidFill>
                    <a:srgbClr val="FFFFFF"/>
                  </a:solidFill>
                  <a:latin typeface="Futura BdCn BT"/>
                </a:rPr>
                <a:t xml:space="preserve">QUINA</a:t>
              </a:r>
              <a:endParaRPr lang="pt-BR"/>
            </a:p>
          </p:txBody>
        </p:sp>
        <p:pic>
          <p:nvPicPr>
            <p:cNvPr id="36" name="/azul/botao_menu_released.png"/>
            <p:cNvPicPr/>
            <p:nvPr/>
          </p:nvPicPr>
          <p:blipFill>
            <a:blip r:embed="rIdSkin36"/>
            <a:stretch>
              <a:fillRect/>
            </a:stretch>
          </p:blipFill>
          <p:spPr>
            <a:xfrm>
              <a:off x="5715000" y="2124075"/>
              <a:ext cx="1562100" cy="647700"/>
            </a:xfrm>
            <a:prstGeom prst="rect">
              <a:avLst/>
            </a:prstGeom>
          </p:spPr>
        </p:pic>
        <p:sp>
          <p:nvSpPr>
            <p:cNvPr id="37" name="bf122549-e897-4c29-bb17-02d5a2a3fc39/0b9675d9-1d42-4faf-bbc8-ab09490b25fc"/>
            <p:cNvSpPr txBox="1"/>
            <p:nvPr/>
          </p:nvSpPr>
          <p:spPr>
            <a:xfrm>
              <a:off x="5715000" y="2124075"/>
              <a:ext cx="1562100" cy="647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pt-BR" sz="1350" i="1">
                  <a:solidFill>
                    <a:srgbClr val="FFFFFF"/>
                  </a:solidFill>
                  <a:latin typeface="Futura BdCn BT"/>
                </a:rPr>
                <a:t xml:space="preserve">LOTOMANIA</a:t>
              </a:r>
              <a:endParaRPr lang="pt-BR"/>
            </a:p>
          </p:txBody>
        </p:sp>
        <p:pic>
          <p:nvPicPr>
            <p:cNvPr id="38" name="/azul/botao_menu_released.png"/>
            <p:cNvPicPr/>
            <p:nvPr/>
          </p:nvPicPr>
          <p:blipFill>
            <a:blip r:embed="rIdSkin38"/>
            <a:stretch>
              <a:fillRect/>
            </a:stretch>
          </p:blipFill>
          <p:spPr>
            <a:xfrm>
              <a:off x="4000500" y="2819400"/>
              <a:ext cx="1562100" cy="647700"/>
            </a:xfrm>
            <a:prstGeom prst="rect">
              <a:avLst/>
            </a:prstGeom>
          </p:spPr>
        </p:pic>
        <p:sp>
          <p:nvSpPr>
            <p:cNvPr id="39" name="bf122549-e897-4c29-bb17-02d5a2a3fc39/d56bab1a-4ad0-421e-82a2-171397305713"/>
            <p:cNvSpPr txBox="1"/>
            <p:nvPr/>
          </p:nvSpPr>
          <p:spPr>
            <a:xfrm>
              <a:off x="4000500" y="2819400"/>
              <a:ext cx="1562100" cy="647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pt-BR" sz="1350" i="1">
                  <a:solidFill>
                    <a:srgbClr val="FFFFFF"/>
                  </a:solidFill>
                  <a:latin typeface="Futura BdCn BT"/>
                </a:rPr>
                <a:t xml:space="preserve">LOTECA</a:t>
              </a:r>
              <a:endParaRPr lang="pt-BR"/>
            </a:p>
          </p:txBody>
        </p:sp>
        <p:pic>
          <p:nvPicPr>
            <p:cNvPr id="40" name="/azul/botao_menu_released.png"/>
            <p:cNvPicPr/>
            <p:nvPr/>
          </p:nvPicPr>
          <p:blipFill>
            <a:blip r:embed="rIdSkin40"/>
            <a:stretch>
              <a:fillRect/>
            </a:stretch>
          </p:blipFill>
          <p:spPr>
            <a:xfrm>
              <a:off x="5715000" y="2819400"/>
              <a:ext cx="1562100" cy="647700"/>
            </a:xfrm>
            <a:prstGeom prst="rect">
              <a:avLst/>
            </a:prstGeom>
          </p:spPr>
        </p:pic>
        <p:sp>
          <p:nvSpPr>
            <p:cNvPr id="41" name="bf122549-e897-4c29-bb17-02d5a2a3fc39/62990b88-b432-4cb9-97ac-23407a348d38"/>
            <p:cNvSpPr txBox="1"/>
            <p:nvPr/>
          </p:nvSpPr>
          <p:spPr>
            <a:xfrm>
              <a:off x="5715000" y="2819400"/>
              <a:ext cx="1562100" cy="647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pt-BR" sz="1350" i="1">
                  <a:solidFill>
                    <a:srgbClr val="FFFFFF"/>
                  </a:solidFill>
                  <a:latin typeface="Futura BdCn BT"/>
                </a:rPr>
                <a:t xml:space="preserve">LOTOGOL</a:t>
              </a:r>
              <a:endParaRPr lang="pt-BR"/>
            </a:p>
          </p:txBody>
        </p:sp>
        <p:pic>
          <p:nvPicPr>
            <p:cNvPr id="42" name="/azul/botao_menu_released.png"/>
            <p:cNvPicPr/>
            <p:nvPr/>
          </p:nvPicPr>
          <p:blipFill>
            <a:blip r:embed="rIdSkin42"/>
            <a:stretch>
              <a:fillRect/>
            </a:stretch>
          </p:blipFill>
          <p:spPr>
            <a:xfrm>
              <a:off x="4000500" y="3514725"/>
              <a:ext cx="1562100" cy="647700"/>
            </a:xfrm>
            <a:prstGeom prst="rect">
              <a:avLst/>
            </a:prstGeom>
          </p:spPr>
        </p:pic>
        <p:sp>
          <p:nvSpPr>
            <p:cNvPr id="43" name="bf122549-e897-4c29-bb17-02d5a2a3fc39/c3dc9042-1dd4-4f0c-9231-e92f95062703"/>
            <p:cNvSpPr txBox="1"/>
            <p:nvPr/>
          </p:nvSpPr>
          <p:spPr>
            <a:xfrm>
              <a:off x="4000500" y="3514725"/>
              <a:ext cx="1562100" cy="647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pt-BR" sz="1350" i="1">
                  <a:solidFill>
                    <a:srgbClr val="FFFFFF"/>
                  </a:solidFill>
                  <a:latin typeface="Futura BdCn BT"/>
                </a:rPr>
                <a:t xml:space="preserve">DUPLA SENA</a:t>
              </a:r>
              <a:endParaRPr lang="pt-BR"/>
            </a:p>
          </p:txBody>
        </p:sp>
        <p:pic>
          <p:nvPicPr>
            <p:cNvPr id="44" name="/azul/botao_menu_released.png"/>
            <p:cNvPicPr/>
            <p:nvPr/>
          </p:nvPicPr>
          <p:blipFill>
            <a:blip r:embed="rIdSkin44"/>
            <a:stretch>
              <a:fillRect/>
            </a:stretch>
          </p:blipFill>
          <p:spPr>
            <a:xfrm>
              <a:off x="5715000" y="3514725"/>
              <a:ext cx="1562100" cy="647700"/>
            </a:xfrm>
            <a:prstGeom prst="rect">
              <a:avLst/>
            </a:prstGeom>
          </p:spPr>
        </p:pic>
        <p:sp>
          <p:nvSpPr>
            <p:cNvPr id="45" name="bf122549-e897-4c29-bb17-02d5a2a3fc39/c4e4254a-a108-4bec-bad2-38647d7e4058"/>
            <p:cNvSpPr txBox="1"/>
            <p:nvPr/>
          </p:nvSpPr>
          <p:spPr>
            <a:xfrm>
              <a:off x="5715000" y="3514725"/>
              <a:ext cx="1562100" cy="647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pt-BR" sz="1350" i="1">
                  <a:solidFill>
                    <a:srgbClr val="FFFFFF"/>
                  </a:solidFill>
                  <a:latin typeface="Futura BdCn BT"/>
                </a:rPr>
                <a:t xml:space="preserve">DIA DE SORTE</a:t>
              </a:r>
              <a:endParaRPr lang="pt-BR"/>
            </a:p>
          </p:txBody>
        </p:sp>
        <p:pic>
          <p:nvPicPr>
            <p:cNvPr id="46" name="/azul/botao_menu_released.png"/>
            <p:cNvPicPr/>
            <p:nvPr/>
          </p:nvPicPr>
          <p:blipFill>
            <a:blip r:embed="rIdSkin46"/>
            <a:stretch>
              <a:fillRect/>
            </a:stretch>
          </p:blipFill>
          <p:spPr>
            <a:xfrm>
              <a:off x="4000500" y="4210050"/>
              <a:ext cx="1562100" cy="647700"/>
            </a:xfrm>
            <a:prstGeom prst="rect">
              <a:avLst/>
            </a:prstGeom>
          </p:spPr>
        </p:pic>
        <p:sp>
          <p:nvSpPr>
            <p:cNvPr id="47" name="bf122549-e897-4c29-bb17-02d5a2a3fc39/deb067e8-fd31-43bf-83de-dea2a2901c3a"/>
            <p:cNvSpPr txBox="1"/>
            <p:nvPr/>
          </p:nvSpPr>
          <p:spPr>
            <a:xfrm>
              <a:off x="4000500" y="4210050"/>
              <a:ext cx="1562100" cy="647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pt-BR" sz="1350" i="1">
                  <a:solidFill>
                    <a:srgbClr val="FFFFFF"/>
                  </a:solidFill>
                  <a:latin typeface="Futura BdCn BT"/>
                </a:rPr>
                <a:t xml:space="preserve">SUPER SETE</a:t>
              </a:r>
              <a:endParaRPr lang="pt-BR"/>
            </a:p>
          </p:txBody>
        </p:sp>
        <p:pic>
          <p:nvPicPr>
            <p:cNvPr id="48" name="/azul/botao_menu_released.png"/>
            <p:cNvPicPr/>
            <p:nvPr/>
          </p:nvPicPr>
          <p:blipFill>
            <a:blip r:embed="rIdSkin48"/>
            <a:stretch>
              <a:fillRect/>
            </a:stretch>
          </p:blipFill>
          <p:spPr>
            <a:xfrm>
              <a:off x="5715000" y="4210050"/>
              <a:ext cx="1562100" cy="647700"/>
            </a:xfrm>
            <a:prstGeom prst="rect">
              <a:avLst/>
            </a:prstGeom>
          </p:spPr>
        </p:pic>
        <p:sp>
          <p:nvSpPr>
            <p:cNvPr id="49" name="bf122549-e897-4c29-bb17-02d5a2a3fc39/047da792-08e1-4987-9248-5f7c8ca2f449"/>
            <p:cNvSpPr txBox="1"/>
            <p:nvPr/>
          </p:nvSpPr>
          <p:spPr>
            <a:xfrm>
              <a:off x="5715000" y="4210050"/>
              <a:ext cx="1562100" cy="6477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ctr"/>
            <a:lstStyle/>
            <a:p>
              <a:pPr algn="ctr">
                <a:lnSpc>
                  <a:spcPct val="80000"/>
                </a:lnSpc>
              </a:pPr>
              <a:r>
                <a:rPr lang="pt-BR" sz="1350" i="1">
                  <a:solidFill>
                    <a:srgbClr val="FFFFFF"/>
                  </a:solidFill>
                  <a:latin typeface="Futura BdCn BT"/>
                </a:rPr>
                <a:t xml:space="preserve">TIMEMANIA</a:t>
              </a:r>
              <a:endParaRPr lang="pt-BR"/>
            </a:p>
          </p:txBody>
        </p:sp>
      </p:grpSp>
      <p:sp>
        <p:nvSpPr>
          <p:cNvPr id="50" name="Menu">
            <a:hlinkClick r:id="rIdLink51" action="ppaction://hlinksldjump"/>
          </p:cNvPr>
          <p:cNvSpPr txBox="1"/>
          <p:nvPr/>
        </p:nvSpPr>
        <p:spPr>
          <a:xfrm>
            <a:off x="114300" y="5810250"/>
            <a:ext cx="1333500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/>
          <a:lstStyle/>
          <a:p>
            <a:pPr algn="l"/>
            <a:r>
              <a:rPr lang="pt-BR" sz="900">
                <a:solidFill>
                  <a:srgbClr val="2563EB"/>
                </a:solidFill>
                <a:latin typeface="Arial"/>
              </a:rPr>
              <a:t xml:space="preserve">← Menu da jornada</a:t>
            </a:r>
            <a:endParaRPr lang="pt-BR"/>
          </a:p>
        </p:txBody>
      </p:sp>
    </p:spTree>
  </p:cSld>
  <p:clrMapOvr>
    <a:masterClrMapping/>
  </p:clrMapOvr>
  <p:transition spd="fast" p14:dur="300" advClick="0">
    <p:fade/>
  </p:transition>
</p:sld>
</file>

<file path=ppt/theme/theme1.xml><?xml version="1.0" encoding="utf-8"?>
<a:theme xmlns:a="http://schemas.openxmlformats.org/drawingml/2006/main" name="Jornada">
  <a:themeElements>
    <a:clrScheme name="Jornada">
      <a:dk1>
        <a:srgbClr val="0F172A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0D9488"/>
      </a:accent2>
      <a:accent3>
        <a:srgbClr val="F59E0B"/>
      </a:accent3>
      <a:accent4>
        <a:srgbClr val="7C3AED"/>
      </a:accent4>
      <a:accent5>
        <a:srgbClr val="E11D48"/>
      </a:accent5>
      <a:accent6>
        <a:srgbClr val="64748B"/>
      </a:accent6>
      <a:hlink>
        <a:srgbClr val="2563EB"/>
      </a:hlink>
      <a:folHlink>
        <a:srgbClr val="7C3AED"/>
      </a:folHlink>
    </a:clrScheme>
    <a:fontScheme name="Jornad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Jornad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