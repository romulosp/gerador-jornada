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Presentation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sldMasterIdLst>
    <p:sldMasterId id="2147483648" r:id="rIdMaster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</p:sldIdLst>
  <p:sldSz cx="7620000" cy="6096000" type="custom"/>
  <p:notesSz cx="6858000" cy="9144000"/>
  <p:defaultTextStyle/>
</p:presentation>
</file>

<file path=ppt/_rels/presentation.xml.rels><?xml version="1.0" encoding="UTF-8"?><Relationships xmlns="http://schemas.openxmlformats.org/package/2006/relationships"><Relationship Id="rIdMaster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/Relationships>
</file>

<file path=ppt/slideLayouts/_rels/slideLayout1.xml.rels><?xml version="1.0" encoding="UTF-8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 type="blank" preserve="1">
  <p:cSld name="Tela 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Layout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Link6" Type="http://schemas.openxmlformats.org/officeDocument/2006/relationships/slide" Target="slide2.xml"/><Relationship Id="rIdLink8" Type="http://schemas.openxmlformats.org/officeDocument/2006/relationships/slide" Target="slide5.xml"/></Relationships>
</file>

<file path=ppt/slides/_rels/slide2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504a036d-b5fa-4263-b97c-bd47f8dbaa8e.jpg"/><Relationship Id="rIdSkin14" Type="http://schemas.openxmlformats.org/officeDocument/2006/relationships/image" Target="../media/skin-b14d763a16599fb2.png"/><Relationship Id="rIdSkin16" Type="http://schemas.openxmlformats.org/officeDocument/2006/relationships/image" Target="../media/skin-b14d763a16599fb2.png"/><Relationship Id="rIdSkin18" Type="http://schemas.openxmlformats.org/officeDocument/2006/relationships/image" Target="../media/skin-b14d763a16599fb2.png"/><Relationship Id="rIdSkin20" Type="http://schemas.openxmlformats.org/officeDocument/2006/relationships/image" Target="../media/skin-b14d763a16599fb2.png"/><Relationship Id="rIdSkin22" Type="http://schemas.openxmlformats.org/officeDocument/2006/relationships/image" Target="../media/skin-b14d763a16599fb2.png"/><Relationship Id="rIdSkin24" Type="http://schemas.openxmlformats.org/officeDocument/2006/relationships/image" Target="../media/skin-b14d763a16599fb2.png"/><Relationship Id="rIdSkin26" Type="http://schemas.openxmlformats.org/officeDocument/2006/relationships/image" Target="../media/skin-b14d763a16599fb2.png"/><Relationship Id="rIdSkin28" Type="http://schemas.openxmlformats.org/officeDocument/2006/relationships/image" Target="../media/skin-b14d763a16599fb2.png"/><Relationship Id="rIdSkin30" Type="http://schemas.openxmlformats.org/officeDocument/2006/relationships/image" Target="../media/skin-b14d763a16599fb2.png"/><Relationship Id="rIdSkin32" Type="http://schemas.openxmlformats.org/officeDocument/2006/relationships/image" Target="../media/skin-b14d763a16599fb2.png"/><Relationship Id="rIdSkin34" Type="http://schemas.openxmlformats.org/officeDocument/2006/relationships/image" Target="../media/skin-b14d763a16599fb2.png"/><Relationship Id="rIdSkin36" Type="http://schemas.openxmlformats.org/officeDocument/2006/relationships/image" Target="../media/skin-b14d763a16599fb2.png"/><Relationship Id="rIdSkin38" Type="http://schemas.openxmlformats.org/officeDocument/2006/relationships/image" Target="../media/skin-d3c7b68ab972340e.png"/><Relationship Id="rIdSkin40" Type="http://schemas.openxmlformats.org/officeDocument/2006/relationships/image" Target="../media/skin-d3c7b68ab972340e.png"/><Relationship Id="rIdLink42" Type="http://schemas.openxmlformats.org/officeDocument/2006/relationships/slide" Target="slide3.xml"/><Relationship Id="rIdSkin44" Type="http://schemas.openxmlformats.org/officeDocument/2006/relationships/image" Target="../media/skin-fca8d0a6528b8cb8.png"/><Relationship Id="rIdLink47" Type="http://schemas.openxmlformats.org/officeDocument/2006/relationships/slide" Target="slide1.xml"/></Relationships>
</file>

<file path=ppt/slides/_rels/slide3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504a036d-b5fa-4263-b97c-bd47f8dbaa8e.jpg"/><Relationship Id="rIdSkin10" Type="http://schemas.openxmlformats.org/officeDocument/2006/relationships/image" Target="../media/skin-88fcff8250caac84.png"/><Relationship Id="rIdSkin11" Type="http://schemas.openxmlformats.org/officeDocument/2006/relationships/image" Target="../media/skin-e37c430e5c65d674.png"/><Relationship Id="rIdSkin12" Type="http://schemas.openxmlformats.org/officeDocument/2006/relationships/image" Target="../media/skin-d8fc271207d8588f.png"/><Relationship Id="rIdSkin13" Type="http://schemas.openxmlformats.org/officeDocument/2006/relationships/image" Target="../media/skin-45f45c784867a40d.png"/><Relationship Id="rIdSkin15" Type="http://schemas.openxmlformats.org/officeDocument/2006/relationships/image" Target="../media/skin-b42aa6bfc0071a58.png"/><Relationship Id="rIdSkin17" Type="http://schemas.openxmlformats.org/officeDocument/2006/relationships/image" Target="../media/skin-b42aa6bfc0071a58.png"/><Relationship Id="rIdLink24" Type="http://schemas.openxmlformats.org/officeDocument/2006/relationships/slide" Target="slide4.xml"/><Relationship Id="rIdSkin26" Type="http://schemas.openxmlformats.org/officeDocument/2006/relationships/image" Target="../media/skin-fca8d0a6528b8cb8.png"/><Relationship Id="rIdLink29" Type="http://schemas.openxmlformats.org/officeDocument/2006/relationships/slide" Target="slide1.xml"/></Relationships>
</file>

<file path=ppt/slides/_rels/slide4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504a036d-b5fa-4263-b97c-bd47f8dbaa8e.jpg"/><Relationship Id="rIdLink9" Type="http://schemas.openxmlformats.org/officeDocument/2006/relationships/slide" Target="slide2.xml"/><Relationship Id="rIdSkin11" Type="http://schemas.openxmlformats.org/officeDocument/2006/relationships/image" Target="../media/skin-fca8d0a6528b8cb8.png"/><Relationship Id="rIdLink14" Type="http://schemas.openxmlformats.org/officeDocument/2006/relationships/slide" Target="slide1.xml"/></Relationships>
</file>

<file path=ppt/slides/_rels/slide5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504a036d-b5fa-4263-b97c-bd47f8dbaa8e.jpg"/><Relationship Id="rIdSkin14" Type="http://schemas.openxmlformats.org/officeDocument/2006/relationships/image" Target="../media/skin-b14d763a16599fb2.png"/><Relationship Id="rIdSkin16" Type="http://schemas.openxmlformats.org/officeDocument/2006/relationships/image" Target="../media/skin-b14d763a16599fb2.png"/><Relationship Id="rIdSkin18" Type="http://schemas.openxmlformats.org/officeDocument/2006/relationships/image" Target="../media/skin-b14d763a16599fb2.png"/><Relationship Id="rIdSkin20" Type="http://schemas.openxmlformats.org/officeDocument/2006/relationships/image" Target="../media/skin-b14d763a16599fb2.png"/><Relationship Id="rIdSkin22" Type="http://schemas.openxmlformats.org/officeDocument/2006/relationships/image" Target="../media/skin-b14d763a16599fb2.png"/><Relationship Id="rIdSkin24" Type="http://schemas.openxmlformats.org/officeDocument/2006/relationships/image" Target="../media/skin-b14d763a16599fb2.png"/><Relationship Id="rIdSkin26" Type="http://schemas.openxmlformats.org/officeDocument/2006/relationships/image" Target="../media/skin-b14d763a16599fb2.png"/><Relationship Id="rIdSkin28" Type="http://schemas.openxmlformats.org/officeDocument/2006/relationships/image" Target="../media/skin-b14d763a16599fb2.png"/><Relationship Id="rIdSkin30" Type="http://schemas.openxmlformats.org/officeDocument/2006/relationships/image" Target="../media/skin-b14d763a16599fb2.png"/><Relationship Id="rIdSkin32" Type="http://schemas.openxmlformats.org/officeDocument/2006/relationships/image" Target="../media/skin-b14d763a16599fb2.png"/><Relationship Id="rIdSkin34" Type="http://schemas.openxmlformats.org/officeDocument/2006/relationships/image" Target="../media/skin-b14d763a16599fb2.png"/><Relationship Id="rIdSkin36" Type="http://schemas.openxmlformats.org/officeDocument/2006/relationships/image" Target="../media/skin-b14d763a16599fb2.png"/><Relationship Id="rIdSkin38" Type="http://schemas.openxmlformats.org/officeDocument/2006/relationships/image" Target="../media/skin-d3c7b68ab972340e.png"/><Relationship Id="rIdSkin40" Type="http://schemas.openxmlformats.org/officeDocument/2006/relationships/image" Target="../media/skin-d3c7b68ab972340e.png"/><Relationship Id="rIdSkin43" Type="http://schemas.openxmlformats.org/officeDocument/2006/relationships/image" Target="../media/skin-fca8d0a6528b8cb8.png"/></Relationships>
</file>

<file path=ppt/slides/_rels/slide6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504a036d-b5fa-4263-b97c-bd47f8dbaa8e.jpg"/><Relationship Id="rIdSkin10" Type="http://schemas.openxmlformats.org/officeDocument/2006/relationships/image" Target="../media/skin-88fcff8250caac84.png"/><Relationship Id="rIdSkin11" Type="http://schemas.openxmlformats.org/officeDocument/2006/relationships/image" Target="../media/skin-e37c430e5c65d674.png"/><Relationship Id="rIdSkin12" Type="http://schemas.openxmlformats.org/officeDocument/2006/relationships/image" Target="../media/skin-d8fc271207d8588f.png"/><Relationship Id="rIdSkin13" Type="http://schemas.openxmlformats.org/officeDocument/2006/relationships/image" Target="../media/skin-45f45c784867a40d.png"/><Relationship Id="rIdSkin15" Type="http://schemas.openxmlformats.org/officeDocument/2006/relationships/image" Target="../media/skin-b42aa6bfc0071a58.png"/><Relationship Id="rIdSkin17" Type="http://schemas.openxmlformats.org/officeDocument/2006/relationships/image" Target="../media/skin-b42aa6bfc0071a58.png"/><Relationship Id="rIdSkin25" Type="http://schemas.openxmlformats.org/officeDocument/2006/relationships/image" Target="../media/skin-fca8d0a6528b8cb8.png"/></Relationships>
</file>

<file path=ppt/slides/_rels/slide7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504a036d-b5fa-4263-b97c-bd47f8dbaa8e.jpg"/><Relationship Id="rIdSkin10" Type="http://schemas.openxmlformats.org/officeDocument/2006/relationships/image" Target="../media/skin-fca8d0a6528b8cb8.png"/></Relationships>
</file>

<file path=ppt/slides/_rels/slide8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504a036d-b5fa-4263-b97c-bd47f8dbaa8e.jpg"/><Relationship Id="rIdSkin14" Type="http://schemas.openxmlformats.org/officeDocument/2006/relationships/image" Target="../media/skin-b14d763a16599fb2.png"/><Relationship Id="rIdSkin16" Type="http://schemas.openxmlformats.org/officeDocument/2006/relationships/image" Target="../media/skin-b14d763a16599fb2.png"/><Relationship Id="rIdSkin18" Type="http://schemas.openxmlformats.org/officeDocument/2006/relationships/image" Target="../media/skin-b14d763a16599fb2.png"/><Relationship Id="rIdSkin20" Type="http://schemas.openxmlformats.org/officeDocument/2006/relationships/image" Target="../media/skin-b14d763a16599fb2.png"/><Relationship Id="rIdSkin22" Type="http://schemas.openxmlformats.org/officeDocument/2006/relationships/image" Target="../media/skin-b14d763a16599fb2.png"/><Relationship Id="rIdSkin24" Type="http://schemas.openxmlformats.org/officeDocument/2006/relationships/image" Target="../media/skin-b14d763a16599fb2.png"/><Relationship Id="rIdSkin26" Type="http://schemas.openxmlformats.org/officeDocument/2006/relationships/image" Target="../media/skin-b14d763a16599fb2.png"/><Relationship Id="rIdSkin28" Type="http://schemas.openxmlformats.org/officeDocument/2006/relationships/image" Target="../media/skin-b14d763a16599fb2.png"/><Relationship Id="rIdSkin30" Type="http://schemas.openxmlformats.org/officeDocument/2006/relationships/image" Target="../media/skin-b14d763a16599fb2.png"/><Relationship Id="rIdSkin32" Type="http://schemas.openxmlformats.org/officeDocument/2006/relationships/image" Target="../media/skin-b14d763a16599fb2.png"/><Relationship Id="rIdSkin34" Type="http://schemas.openxmlformats.org/officeDocument/2006/relationships/image" Target="../media/skin-b14d763a16599fb2.png"/><Relationship Id="rIdSkin36" Type="http://schemas.openxmlformats.org/officeDocument/2006/relationships/image" Target="../media/skin-b14d763a16599fb2.png"/><Relationship Id="rIdSkin38" Type="http://schemas.openxmlformats.org/officeDocument/2006/relationships/image" Target="../media/skin-d3c7b68ab972340e.png"/><Relationship Id="rIdSkin40" Type="http://schemas.openxmlformats.org/officeDocument/2006/relationships/image" Target="../media/skin-d3c7b68ab972340e.png"/><Relationship Id="rIdSkin43" Type="http://schemas.openxmlformats.org/officeDocument/2006/relationships/image" Target="../media/skin-fca8d0a6528b8cb8.png"/></Relationships>
</file>

<file path=ppt/slides/_rels/slide9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Link6" Type="http://schemas.openxmlformats.org/officeDocument/2006/relationships/slide" Target="slide5.xml"/><Relationship Id="rIdLink8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Jornada de atendimen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457200"/>
            <a:ext cx="6705600" cy="5715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2100" b="1">
                <a:solidFill>
                  <a:srgbClr val="0F172A"/>
                </a:solidFill>
                <a:latin typeface="Arial"/>
              </a:rPr>
              <a:t xml:space="preserve">Jornada de atendimento</a:t>
            </a:r>
            <a:endParaRPr lang="pt-BR"/>
          </a:p>
        </p:txBody>
      </p:sp>
      <p:sp>
        <p:nvSpPr>
          <p:cNvPr id="4" name="Descrição"/>
          <p:cNvSpPr txBox="1"/>
          <p:nvPr/>
        </p:nvSpPr>
        <p:spPr>
          <a:xfrm>
            <a:off x="457200" y="1066800"/>
            <a:ext cx="67056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125">
                <a:solidFill>
                  <a:srgbClr val="64748B"/>
                </a:solidFill>
                <a:latin typeface="Arial"/>
              </a:rPr>
              <a:t xml:space="preserve">Escolha um percurso para conhecer a jornada.</a:t>
            </a:r>
            <a:endParaRPr lang="pt-BR"/>
          </a:p>
        </p:txBody>
      </p:sp>
      <p:sp>
        <p:nvSpPr>
          <p:cNvPr id="5" name="Explorar a jornada">
            <a:hlinkClick r:id="rIdLink6" action="ppaction://hlinksldjump"/>
          </p:cNvPr>
          <p:cNvSpPr txBox="1"/>
          <p:nvPr/>
        </p:nvSpPr>
        <p:spPr>
          <a:xfrm>
            <a:off x="457200" y="1714500"/>
            <a:ext cx="6705600" cy="457200"/>
          </a:xfrm>
          <a:prstGeom prst="rect">
            <a:avLst/>
          </a:prstGeom>
          <a:solidFill>
            <a:srgbClr val="EFF6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350" b="1">
                <a:solidFill>
                  <a:srgbClr val="1D4ED8"/>
                </a:solidFill>
                <a:latin typeface="Arial"/>
              </a:rPr>
              <a:t xml:space="preserve">Explorar a jornada</a:t>
            </a:r>
            <a:endParaRPr lang="pt-BR"/>
          </a:p>
        </p:txBody>
      </p:sp>
      <p:sp>
        <p:nvSpPr>
          <p:cNvPr id="7" name="Demonstração: Atendimento completo">
            <a:hlinkClick r:id="rIdLink8" action="ppaction://hlinksldjump"/>
          </p:cNvPr>
          <p:cNvSpPr txBox="1"/>
          <p:nvPr/>
        </p:nvSpPr>
        <p:spPr>
          <a:xfrm>
            <a:off x="457200" y="2324100"/>
            <a:ext cx="6705600" cy="457200"/>
          </a:xfrm>
          <a:prstGeom prst="rect">
            <a:avLst/>
          </a:prstGeom>
          <a:solidFill>
            <a:srgbClr val="EFF6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350" b="1">
                <a:solidFill>
                  <a:srgbClr val="1D4ED8"/>
                </a:solidFill>
                <a:latin typeface="Arial"/>
              </a:rPr>
              <a:t xml:space="preserve">Demonstração: Atendimento completo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01 · Identific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504a036d-b5fa-4263-b97c-bd47f8dbaa8e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774910c1-73c7-408a-afbe-a44c2509c5f8"/>
          <p:cNvGrpSpPr/>
          <p:nvPr/>
        </p:nvGrpSpPr>
        <p:grpSpPr>
          <a:xfrm>
            <a:off x="457200" y="457200"/>
            <a:ext cx="6477000" cy="381000"/>
            <a:chOff x="457200" y="457200"/>
            <a:chExt cx="6477000" cy="381000"/>
          </a:xfrm>
        </p:grpSpPr>
        <p:sp>
          <p:nvSpPr>
            <p:cNvPr id="6" name="774910c1-73c7-408a-afbe-a44c2509c5f8"/>
            <p:cNvSpPr txBox="1"/>
            <p:nvPr/>
          </p:nvSpPr>
          <p:spPr>
            <a:xfrm>
              <a:off x="457200" y="457200"/>
              <a:ext cx="6477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050" b="1">
                  <a:solidFill>
                    <a:srgbClr val="3E578D"/>
                  </a:solidFill>
                  <a:latin typeface="Futura Medium"/>
                </a:rPr>
                <a:t xml:space="preserve">Vamos começar seu atendimento</a:t>
              </a:r>
              <a:endParaRPr lang="pt-BR"/>
            </a:p>
          </p:txBody>
        </p:sp>
      </p:grpSp>
      <p:grpSp>
        <p:nvGrpSpPr>
          <p:cNvPr id="7" name="8e7a2012-c849-42dd-980d-c314162aa57a"/>
          <p:cNvGrpSpPr/>
          <p:nvPr/>
        </p:nvGrpSpPr>
        <p:grpSpPr>
          <a:xfrm>
            <a:off x="457200" y="1028700"/>
            <a:ext cx="6667500" cy="247650"/>
            <a:chOff x="457200" y="1028700"/>
            <a:chExt cx="6667500" cy="247650"/>
          </a:xfrm>
        </p:grpSpPr>
        <p:sp>
          <p:nvSpPr>
            <p:cNvPr id="8" name="8e7a2012-c849-42dd-980d-c314162aa57a"/>
            <p:cNvSpPr txBox="1"/>
            <p:nvPr/>
          </p:nvSpPr>
          <p:spPr>
            <a:xfrm>
              <a:off x="457200" y="1028700"/>
              <a:ext cx="6667500" cy="247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5064AA"/>
                  </a:solidFill>
                  <a:latin typeface="Futura Medium"/>
                </a:rPr>
                <a:t xml:space="preserve">Informe seu número para seguir com a jornada.</a:t>
              </a:r>
              <a:endParaRPr lang="pt-BR"/>
            </a:p>
          </p:txBody>
        </p:sp>
      </p:grpSp>
      <p:grpSp>
        <p:nvGrpSpPr>
          <p:cNvPr id="9" name="4a548f19-1cb4-48df-b64a-457905654b33"/>
          <p:cNvGrpSpPr/>
          <p:nvPr/>
        </p:nvGrpSpPr>
        <p:grpSpPr>
          <a:xfrm>
            <a:off x="457200" y="1714500"/>
            <a:ext cx="3333750" cy="419100"/>
            <a:chOff x="457200" y="1714500"/>
            <a:chExt cx="3333750" cy="419100"/>
          </a:xfrm>
        </p:grpSpPr>
        <p:sp>
          <p:nvSpPr>
            <p:cNvPr id="10" name="4a548f19-1cb4-48df-b64a-457905654b33"/>
            <p:cNvSpPr txBox="1"/>
            <p:nvPr/>
          </p:nvSpPr>
          <p:spPr>
            <a:xfrm>
              <a:off x="457200" y="1714500"/>
              <a:ext cx="3333750" cy="41910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1" name="4a548f19-1cb4-48df-b64a-457905654b33"/>
            <p:cNvSpPr txBox="1"/>
            <p:nvPr/>
          </p:nvSpPr>
          <p:spPr>
            <a:xfrm>
              <a:off x="457200" y="1714500"/>
              <a:ext cx="3333750" cy="419100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2" name="4a548f19-1cb4-48df-b64a-457905654b33"/>
            <p:cNvSpPr txBox="1"/>
            <p:nvPr/>
          </p:nvSpPr>
          <p:spPr>
            <a:xfrm>
              <a:off x="514350" y="1714500"/>
              <a:ext cx="3219450" cy="4191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pt-BR" sz="900">
                  <a:solidFill>
                    <a:srgbClr val="00000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13" name="3fee8196-c511-45a3-8c76-96dc4760b132"/>
          <p:cNvGrpSpPr/>
          <p:nvPr/>
        </p:nvGrpSpPr>
        <p:grpSpPr>
          <a:xfrm>
            <a:off x="4762500" y="1619250"/>
            <a:ext cx="2190750" cy="2571750"/>
            <a:chOff x="4762500" y="1619250"/>
            <a:chExt cx="2190750" cy="2571750"/>
          </a:xfrm>
        </p:grpSpPr>
        <p:pic>
          <p:nvPicPr>
            <p:cNvPr id="14" name="/azul/botao_released.png"/>
            <p:cNvPicPr/>
            <p:nvPr/>
          </p:nvPicPr>
          <p:blipFill>
            <a:blip r:embed="rIdSkin14"/>
            <a:stretch>
              <a:fillRect/>
            </a:stretch>
          </p:blipFill>
          <p:spPr>
            <a:xfrm>
              <a:off x="4810125" y="1647825"/>
              <a:ext cx="561975" cy="381000"/>
            </a:xfrm>
            <a:prstGeom prst="rect">
              <a:avLst/>
            </a:prstGeom>
          </p:spPr>
        </p:pic>
        <p:sp>
          <p:nvSpPr>
            <p:cNvPr id="15" name="3fee8196-c511-45a3-8c76-96dc4760b132"/>
            <p:cNvSpPr txBox="1"/>
            <p:nvPr/>
          </p:nvSpPr>
          <p:spPr>
            <a:xfrm>
              <a:off x="4848225" y="16478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7</a:t>
              </a:r>
              <a:endParaRPr lang="pt-BR"/>
            </a:p>
          </p:txBody>
        </p:sp>
        <p:pic>
          <p:nvPicPr>
            <p:cNvPr id="16" name="/azul/botao_released.png"/>
            <p:cNvPicPr/>
            <p:nvPr/>
          </p:nvPicPr>
          <p:blipFill>
            <a:blip r:embed="rIdSkin16"/>
            <a:stretch>
              <a:fillRect/>
            </a:stretch>
          </p:blipFill>
          <p:spPr>
            <a:xfrm>
              <a:off x="5457825" y="1647825"/>
              <a:ext cx="561975" cy="381000"/>
            </a:xfrm>
            <a:prstGeom prst="rect">
              <a:avLst/>
            </a:prstGeom>
          </p:spPr>
        </p:pic>
        <p:sp>
          <p:nvSpPr>
            <p:cNvPr id="17" name="3fee8196-c511-45a3-8c76-96dc4760b132"/>
            <p:cNvSpPr txBox="1"/>
            <p:nvPr/>
          </p:nvSpPr>
          <p:spPr>
            <a:xfrm>
              <a:off x="5495925" y="16478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8</a:t>
              </a:r>
              <a:endParaRPr lang="pt-BR"/>
            </a:p>
          </p:txBody>
        </p:sp>
        <p:pic>
          <p:nvPicPr>
            <p:cNvPr id="18" name="/azul/botao_released.png"/>
            <p:cNvPicPr/>
            <p:nvPr/>
          </p:nvPicPr>
          <p:blipFill>
            <a:blip r:embed="rIdSkin18"/>
            <a:stretch>
              <a:fillRect/>
            </a:stretch>
          </p:blipFill>
          <p:spPr>
            <a:xfrm>
              <a:off x="6105525" y="1647825"/>
              <a:ext cx="561975" cy="381000"/>
            </a:xfrm>
            <a:prstGeom prst="rect">
              <a:avLst/>
            </a:prstGeom>
          </p:spPr>
        </p:pic>
        <p:sp>
          <p:nvSpPr>
            <p:cNvPr id="19" name="3fee8196-c511-45a3-8c76-96dc4760b132"/>
            <p:cNvSpPr txBox="1"/>
            <p:nvPr/>
          </p:nvSpPr>
          <p:spPr>
            <a:xfrm>
              <a:off x="6143625" y="16478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9</a:t>
              </a:r>
              <a:endParaRPr lang="pt-BR"/>
            </a:p>
          </p:txBody>
        </p:sp>
        <p:pic>
          <p:nvPicPr>
            <p:cNvPr id="20" name="/azul/botao_released.png"/>
            <p:cNvPicPr/>
            <p:nvPr/>
          </p:nvPicPr>
          <p:blipFill>
            <a:blip r:embed="rIdSkin20"/>
            <a:stretch>
              <a:fillRect/>
            </a:stretch>
          </p:blipFill>
          <p:spPr>
            <a:xfrm>
              <a:off x="4810125" y="2057400"/>
              <a:ext cx="561975" cy="381000"/>
            </a:xfrm>
            <a:prstGeom prst="rect">
              <a:avLst/>
            </a:prstGeom>
          </p:spPr>
        </p:pic>
        <p:sp>
          <p:nvSpPr>
            <p:cNvPr id="21" name="3fee8196-c511-45a3-8c76-96dc4760b132"/>
            <p:cNvSpPr txBox="1"/>
            <p:nvPr/>
          </p:nvSpPr>
          <p:spPr>
            <a:xfrm>
              <a:off x="4848225" y="205740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4</a:t>
              </a:r>
              <a:endParaRPr lang="pt-BR"/>
            </a:p>
          </p:txBody>
        </p:sp>
        <p:pic>
          <p:nvPicPr>
            <p:cNvPr id="22" name="/azul/botao_released.png"/>
            <p:cNvPicPr/>
            <p:nvPr/>
          </p:nvPicPr>
          <p:blipFill>
            <a:blip r:embed="rIdSkin22"/>
            <a:stretch>
              <a:fillRect/>
            </a:stretch>
          </p:blipFill>
          <p:spPr>
            <a:xfrm>
              <a:off x="5457825" y="2057400"/>
              <a:ext cx="561975" cy="381000"/>
            </a:xfrm>
            <a:prstGeom prst="rect">
              <a:avLst/>
            </a:prstGeom>
          </p:spPr>
        </p:pic>
        <p:sp>
          <p:nvSpPr>
            <p:cNvPr id="23" name="3fee8196-c511-45a3-8c76-96dc4760b132"/>
            <p:cNvSpPr txBox="1"/>
            <p:nvPr/>
          </p:nvSpPr>
          <p:spPr>
            <a:xfrm>
              <a:off x="5495925" y="205740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5</a:t>
              </a:r>
              <a:endParaRPr lang="pt-BR"/>
            </a:p>
          </p:txBody>
        </p:sp>
        <p:pic>
          <p:nvPicPr>
            <p:cNvPr id="24" name="/azul/botao_released.png"/>
            <p:cNvPicPr/>
            <p:nvPr/>
          </p:nvPicPr>
          <p:blipFill>
            <a:blip r:embed="rIdSkin24"/>
            <a:stretch>
              <a:fillRect/>
            </a:stretch>
          </p:blipFill>
          <p:spPr>
            <a:xfrm>
              <a:off x="6105525" y="2057400"/>
              <a:ext cx="561975" cy="381000"/>
            </a:xfrm>
            <a:prstGeom prst="rect">
              <a:avLst/>
            </a:prstGeom>
          </p:spPr>
        </p:pic>
        <p:sp>
          <p:nvSpPr>
            <p:cNvPr id="25" name="3fee8196-c511-45a3-8c76-96dc4760b132"/>
            <p:cNvSpPr txBox="1"/>
            <p:nvPr/>
          </p:nvSpPr>
          <p:spPr>
            <a:xfrm>
              <a:off x="6143625" y="205740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6</a:t>
              </a:r>
              <a:endParaRPr lang="pt-BR"/>
            </a:p>
          </p:txBody>
        </p:sp>
        <p:pic>
          <p:nvPicPr>
            <p:cNvPr id="26" name="/azul/botao_released.png"/>
            <p:cNvPicPr/>
            <p:nvPr/>
          </p:nvPicPr>
          <p:blipFill>
            <a:blip r:embed="rIdSkin26"/>
            <a:stretch>
              <a:fillRect/>
            </a:stretch>
          </p:blipFill>
          <p:spPr>
            <a:xfrm>
              <a:off x="4810125" y="2457450"/>
              <a:ext cx="561975" cy="381000"/>
            </a:xfrm>
            <a:prstGeom prst="rect">
              <a:avLst/>
            </a:prstGeom>
          </p:spPr>
        </p:pic>
        <p:sp>
          <p:nvSpPr>
            <p:cNvPr id="27" name="3fee8196-c511-45a3-8c76-96dc4760b132"/>
            <p:cNvSpPr txBox="1"/>
            <p:nvPr/>
          </p:nvSpPr>
          <p:spPr>
            <a:xfrm>
              <a:off x="4848225" y="245745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1</a:t>
              </a:r>
              <a:endParaRPr lang="pt-BR"/>
            </a:p>
          </p:txBody>
        </p:sp>
        <p:pic>
          <p:nvPicPr>
            <p:cNvPr id="28" name="/azul/botao_released.png"/>
            <p:cNvPicPr/>
            <p:nvPr/>
          </p:nvPicPr>
          <p:blipFill>
            <a:blip r:embed="rIdSkin28"/>
            <a:stretch>
              <a:fillRect/>
            </a:stretch>
          </p:blipFill>
          <p:spPr>
            <a:xfrm>
              <a:off x="5457825" y="2457450"/>
              <a:ext cx="561975" cy="381000"/>
            </a:xfrm>
            <a:prstGeom prst="rect">
              <a:avLst/>
            </a:prstGeom>
          </p:spPr>
        </p:pic>
        <p:sp>
          <p:nvSpPr>
            <p:cNvPr id="29" name="3fee8196-c511-45a3-8c76-96dc4760b132"/>
            <p:cNvSpPr txBox="1"/>
            <p:nvPr/>
          </p:nvSpPr>
          <p:spPr>
            <a:xfrm>
              <a:off x="5495925" y="245745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2</a:t>
              </a:r>
              <a:endParaRPr lang="pt-BR"/>
            </a:p>
          </p:txBody>
        </p:sp>
        <p:pic>
          <p:nvPicPr>
            <p:cNvPr id="30" name="/azul/botao_released.png"/>
            <p:cNvPicPr/>
            <p:nvPr/>
          </p:nvPicPr>
          <p:blipFill>
            <a:blip r:embed="rIdSkin30"/>
            <a:stretch>
              <a:fillRect/>
            </a:stretch>
          </p:blipFill>
          <p:spPr>
            <a:xfrm>
              <a:off x="6105525" y="2457450"/>
              <a:ext cx="561975" cy="381000"/>
            </a:xfrm>
            <a:prstGeom prst="rect">
              <a:avLst/>
            </a:prstGeom>
          </p:spPr>
        </p:pic>
        <p:sp>
          <p:nvSpPr>
            <p:cNvPr id="31" name="3fee8196-c511-45a3-8c76-96dc4760b132"/>
            <p:cNvSpPr txBox="1"/>
            <p:nvPr/>
          </p:nvSpPr>
          <p:spPr>
            <a:xfrm>
              <a:off x="6143625" y="245745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3</a:t>
              </a:r>
              <a:endParaRPr lang="pt-BR"/>
            </a:p>
          </p:txBody>
        </p:sp>
        <p:pic>
          <p:nvPicPr>
            <p:cNvPr id="32" name="/azul/botao_released.png"/>
            <p:cNvPicPr/>
            <p:nvPr/>
          </p:nvPicPr>
          <p:blipFill>
            <a:blip r:embed="rIdSkin32"/>
            <a:stretch>
              <a:fillRect/>
            </a:stretch>
          </p:blipFill>
          <p:spPr>
            <a:xfrm>
              <a:off x="4810125" y="2867025"/>
              <a:ext cx="561975" cy="381000"/>
            </a:xfrm>
            <a:prstGeom prst="rect">
              <a:avLst/>
            </a:prstGeom>
          </p:spPr>
        </p:pic>
        <p:sp>
          <p:nvSpPr>
            <p:cNvPr id="33" name="3fee8196-c511-45a3-8c76-96dc4760b132"/>
            <p:cNvSpPr txBox="1"/>
            <p:nvPr/>
          </p:nvSpPr>
          <p:spPr>
            <a:xfrm>
              <a:off x="4848225" y="28670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&lt;</a:t>
              </a:r>
              <a:endParaRPr lang="pt-BR"/>
            </a:p>
          </p:txBody>
        </p:sp>
        <p:pic>
          <p:nvPicPr>
            <p:cNvPr id="34" name="/azul/botao_released.png"/>
            <p:cNvPicPr/>
            <p:nvPr/>
          </p:nvPicPr>
          <p:blipFill>
            <a:blip r:embed="rIdSkin34"/>
            <a:stretch>
              <a:fillRect/>
            </a:stretch>
          </p:blipFill>
          <p:spPr>
            <a:xfrm>
              <a:off x="5457825" y="2867025"/>
              <a:ext cx="561975" cy="381000"/>
            </a:xfrm>
            <a:prstGeom prst="rect">
              <a:avLst/>
            </a:prstGeom>
          </p:spPr>
        </p:pic>
        <p:sp>
          <p:nvSpPr>
            <p:cNvPr id="35" name="3fee8196-c511-45a3-8c76-96dc4760b132"/>
            <p:cNvSpPr txBox="1"/>
            <p:nvPr/>
          </p:nvSpPr>
          <p:spPr>
            <a:xfrm>
              <a:off x="5495925" y="28670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0</a:t>
              </a:r>
              <a:endParaRPr lang="pt-BR"/>
            </a:p>
          </p:txBody>
        </p:sp>
        <p:pic>
          <p:nvPicPr>
            <p:cNvPr id="36" name="/azul/botao_released.png"/>
            <p:cNvPicPr/>
            <p:nvPr/>
          </p:nvPicPr>
          <p:blipFill>
            <a:blip r:embed="rIdSkin36"/>
            <a:stretch>
              <a:fillRect/>
            </a:stretch>
          </p:blipFill>
          <p:spPr>
            <a:xfrm>
              <a:off x="6105525" y="2867025"/>
              <a:ext cx="561975" cy="381000"/>
            </a:xfrm>
            <a:prstGeom prst="rect">
              <a:avLst/>
            </a:prstGeom>
          </p:spPr>
        </p:pic>
        <p:sp>
          <p:nvSpPr>
            <p:cNvPr id="37" name="3fee8196-c511-45a3-8c76-96dc4760b132"/>
            <p:cNvSpPr txBox="1"/>
            <p:nvPr/>
          </p:nvSpPr>
          <p:spPr>
            <a:xfrm>
              <a:off x="6143625" y="28670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&gt;</a:t>
              </a:r>
              <a:endParaRPr lang="pt-BR"/>
            </a:p>
          </p:txBody>
        </p:sp>
        <p:pic>
          <p:nvPicPr>
            <p:cNvPr id="38" name="/azul/botao_aux1_released.png"/>
            <p:cNvPicPr/>
            <p:nvPr/>
          </p:nvPicPr>
          <p:blipFill>
            <a:blip r:embed="rIdSkin38"/>
            <a:stretch>
              <a:fillRect/>
            </a:stretch>
          </p:blipFill>
          <p:spPr>
            <a:xfrm>
              <a:off x="4810125" y="3267075"/>
              <a:ext cx="876300" cy="438150"/>
            </a:xfrm>
            <a:prstGeom prst="rect">
              <a:avLst/>
            </a:prstGeom>
          </p:spPr>
        </p:pic>
        <p:sp>
          <p:nvSpPr>
            <p:cNvPr id="39" name="3fee8196-c511-45a3-8c76-96dc4760b132"/>
            <p:cNvSpPr txBox="1"/>
            <p:nvPr/>
          </p:nvSpPr>
          <p:spPr>
            <a:xfrm>
              <a:off x="4848225" y="3267075"/>
              <a:ext cx="800100" cy="438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FFFFFF"/>
                  </a:solidFill>
                  <a:latin typeface="Futura Medium"/>
                </a:rPr>
                <a:t xml:space="preserve">TAB</a:t>
              </a:r>
              <a:endParaRPr lang="pt-BR"/>
            </a:p>
          </p:txBody>
        </p:sp>
        <p:pic>
          <p:nvPicPr>
            <p:cNvPr id="40" name="/azul/botao_aux1_released.png"/>
            <p:cNvPicPr/>
            <p:nvPr/>
          </p:nvPicPr>
          <p:blipFill>
            <a:blip r:embed="rIdSkin40"/>
            <a:stretch>
              <a:fillRect/>
            </a:stretch>
          </p:blipFill>
          <p:spPr>
            <a:xfrm>
              <a:off x="5829300" y="3267075"/>
              <a:ext cx="876300" cy="438150"/>
            </a:xfrm>
            <a:prstGeom prst="rect">
              <a:avLst/>
            </a:prstGeom>
          </p:spPr>
        </p:pic>
        <p:sp>
          <p:nvSpPr>
            <p:cNvPr id="41" name="3fee8196-c511-45a3-8c76-96dc4760b132"/>
            <p:cNvSpPr txBox="1"/>
            <p:nvPr/>
          </p:nvSpPr>
          <p:spPr>
            <a:xfrm>
              <a:off x="5867400" y="3267075"/>
              <a:ext cx="800100" cy="438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FFFFFF"/>
                  </a:solidFill>
                  <a:latin typeface="Futura Medium"/>
                </a:rPr>
                <a:t xml:space="preserve">LIMPAR</a:t>
              </a:r>
              <a:endParaRPr lang="pt-BR"/>
            </a:p>
          </p:txBody>
        </p:sp>
      </p:grpSp>
      <p:grpSp>
        <p:nvGrpSpPr>
          <p:cNvPr id="43" name="dc73846c-544f-4e31-9b73-aed922cf0e33">
            <a:hlinkClick r:id="rIdLink42" action="ppaction://hlinksldjump"/>
          </p:cNvPr>
          <p:cNvGrpSpPr/>
          <p:nvPr/>
        </p:nvGrpSpPr>
        <p:grpSpPr>
          <a:xfrm>
            <a:off x="457200" y="2457450"/>
            <a:ext cx="1809750" cy="457200"/>
            <a:chOff x="457200" y="2457450"/>
            <a:chExt cx="1809750" cy="457200"/>
          </a:xfrm>
        </p:grpSpPr>
        <p:pic>
          <p:nvPicPr>
            <p:cNvPr id="44" name="/azul/botao_aux2_released.png"/>
            <p:cNvPicPr/>
            <p:nvPr/>
          </p:nvPicPr>
          <p:blipFill>
            <a:blip r:embed="rIdSkin44"/>
            <a:stretch>
              <a:fillRect/>
            </a:stretch>
          </p:blipFill>
          <p:spPr>
            <a:xfrm>
              <a:off x="457200" y="2457450"/>
              <a:ext cx="1809750" cy="457200"/>
            </a:xfrm>
            <a:prstGeom prst="rect">
              <a:avLst/>
            </a:prstGeom>
          </p:spPr>
        </p:pic>
        <p:sp>
          <p:nvSpPr>
            <p:cNvPr id="45" name="dc73846c-544f-4e31-9b73-aed922cf0e33"/>
            <p:cNvSpPr txBox="1"/>
            <p:nvPr/>
          </p:nvSpPr>
          <p:spPr>
            <a:xfrm>
              <a:off x="495300" y="2457450"/>
              <a:ext cx="173355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00FF00"/>
                  </a:solidFill>
                  <a:latin typeface="Futura Medium"/>
                </a:rPr>
                <a:t xml:space="preserve">Continuar</a:t>
              </a:r>
              <a:endParaRPr lang="pt-BR"/>
            </a:p>
          </p:txBody>
        </p:sp>
      </p:grpSp>
      <p:sp>
        <p:nvSpPr>
          <p:cNvPr id="46" name="Menu">
            <a:hlinkClick r:id="rIdLink47" action="ppaction://hlinksldjump"/>
          </p:cNvPr>
          <p:cNvSpPr txBox="1"/>
          <p:nvPr/>
        </p:nvSpPr>
        <p:spPr>
          <a:xfrm>
            <a:off x="114300" y="5810250"/>
            <a:ext cx="13335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2563EB"/>
                </a:solidFill>
                <a:latin typeface="Arial"/>
              </a:rPr>
              <a:t xml:space="preserve">← Menu da jornada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02 · Confirm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504a036d-b5fa-4263-b97c-bd47f8dbaa8e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c09e73ee-6378-4b43-b9d5-0c1c998a8b7c"/>
          <p:cNvGrpSpPr/>
          <p:nvPr/>
        </p:nvGrpSpPr>
        <p:grpSpPr>
          <a:xfrm>
            <a:off x="457200" y="457200"/>
            <a:ext cx="6667500" cy="381000"/>
            <a:chOff x="457200" y="457200"/>
            <a:chExt cx="6667500" cy="381000"/>
          </a:xfrm>
        </p:grpSpPr>
        <p:sp>
          <p:nvSpPr>
            <p:cNvPr id="6" name="c09e73ee-6378-4b43-b9d5-0c1c998a8b7c"/>
            <p:cNvSpPr txBox="1"/>
            <p:nvPr/>
          </p:nvSpPr>
          <p:spPr>
            <a:xfrm>
              <a:off x="457200" y="457200"/>
              <a:ext cx="66675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050" b="1">
                  <a:solidFill>
                    <a:srgbClr val="3E578D"/>
                  </a:solidFill>
                  <a:latin typeface="Futura Medium"/>
                </a:rPr>
                <a:t xml:space="preserve">Confira os detalhes</a:t>
              </a:r>
              <a:endParaRPr lang="pt-BR"/>
            </a:p>
          </p:txBody>
        </p:sp>
      </p:grpSp>
      <p:grpSp>
        <p:nvGrpSpPr>
          <p:cNvPr id="7" name="67773777-6df1-4700-a447-7105a3957f4e"/>
          <p:cNvGrpSpPr/>
          <p:nvPr/>
        </p:nvGrpSpPr>
        <p:grpSpPr>
          <a:xfrm>
            <a:off x="457200" y="1028700"/>
            <a:ext cx="6667500" cy="247650"/>
            <a:chOff x="457200" y="1028700"/>
            <a:chExt cx="6667500" cy="247650"/>
          </a:xfrm>
        </p:grpSpPr>
        <p:sp>
          <p:nvSpPr>
            <p:cNvPr id="8" name="67773777-6df1-4700-a447-7105a3957f4e"/>
            <p:cNvSpPr txBox="1"/>
            <p:nvPr/>
          </p:nvSpPr>
          <p:spPr>
            <a:xfrm>
              <a:off x="457200" y="1028700"/>
              <a:ext cx="6667500" cy="247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5064AA"/>
                  </a:solidFill>
                  <a:latin typeface="Futura Medium"/>
                </a:rPr>
                <a:t xml:space="preserve">Escolha uma opção e confirme o atendimento.</a:t>
              </a:r>
              <a:endParaRPr lang="pt-BR"/>
            </a:p>
          </p:txBody>
        </p:sp>
      </p:grpSp>
      <p:grpSp>
        <p:nvGrpSpPr>
          <p:cNvPr id="9" name="aeba2cd1-4503-4be6-b5d2-6c0dd8b40c0b"/>
          <p:cNvGrpSpPr/>
          <p:nvPr/>
        </p:nvGrpSpPr>
        <p:grpSpPr>
          <a:xfrm>
            <a:off x="457200" y="1562100"/>
            <a:ext cx="3619500" cy="2476500"/>
            <a:chOff x="457200" y="1562100"/>
            <a:chExt cx="3619500" cy="2476500"/>
          </a:xfrm>
        </p:grpSpPr>
        <p:pic>
          <p:nvPicPr>
            <p:cNvPr id="10" name="/azul/painel_tabela.png"/>
            <p:cNvPicPr/>
            <p:nvPr/>
          </p:nvPicPr>
          <p:blipFill>
            <a:blip r:embed="rIdSkin10"/>
            <a:stretch>
              <a:fillRect/>
            </a:stretch>
          </p:blipFill>
          <p:spPr>
            <a:xfrm>
              <a:off x="457200" y="1562100"/>
              <a:ext cx="3619500" cy="2476500"/>
            </a:xfrm>
            <a:prstGeom prst="rect">
              <a:avLst/>
            </a:prstGeom>
          </p:spPr>
        </p:pic>
        <p:pic>
          <p:nvPicPr>
            <p:cNvPr id="11" name="/azul/label_tabela_cabecalho.png"/>
            <p:cNvPicPr/>
            <p:nvPr/>
          </p:nvPicPr>
          <p:blipFill>
            <a:blip r:embed="rIdSkin11"/>
            <a:stretch>
              <a:fillRect/>
            </a:stretch>
          </p:blipFill>
          <p:spPr>
            <a:xfrm>
              <a:off x="457200" y="1562100"/>
              <a:ext cx="3619500" cy="180975"/>
            </a:xfrm>
            <a:prstGeom prst="rect">
              <a:avLst/>
            </a:prstGeom>
          </p:spPr>
        </p:pic>
        <p:pic>
          <p:nvPicPr>
            <p:cNvPr id="12" name="/azul/icon_tabela_rodape_2.png"/>
            <p:cNvPicPr/>
            <p:nvPr/>
          </p:nvPicPr>
          <p:blipFill>
            <a:blip r:embed="rIdSkin12"/>
            <a:stretch>
              <a:fillRect/>
            </a:stretch>
          </p:blipFill>
          <p:spPr>
            <a:xfrm>
              <a:off x="457200" y="3800475"/>
              <a:ext cx="3619500" cy="228600"/>
            </a:xfrm>
            <a:prstGeom prst="rect">
              <a:avLst/>
            </a:prstGeom>
          </p:spPr>
        </p:pic>
        <p:pic>
          <p:nvPicPr>
            <p:cNvPr id="13" name="/azul/painel_report_titulo.png"/>
            <p:cNvPicPr/>
            <p:nvPr/>
          </p:nvPicPr>
          <p:blipFill>
            <a:blip r:embed="rIdSkin13"/>
            <a:stretch>
              <a:fillRect/>
            </a:stretch>
          </p:blipFill>
          <p:spPr>
            <a:xfrm>
              <a:off x="457200" y="1743075"/>
              <a:ext cx="3514725" cy="180975"/>
            </a:xfrm>
            <a:prstGeom prst="rect">
              <a:avLst/>
            </a:prstGeom>
          </p:spPr>
        </p:pic>
        <p:sp>
          <p:nvSpPr>
            <p:cNvPr id="14" name="aeba2cd1-4503-4be6-b5d2-6c0dd8b40c0b"/>
            <p:cNvSpPr txBox="1"/>
            <p:nvPr/>
          </p:nvSpPr>
          <p:spPr>
            <a:xfrm>
              <a:off x="514350" y="1743075"/>
              <a:ext cx="3400425" cy="1809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050" b="1">
                  <a:solidFill>
                    <a:srgbClr val="3C3C3C"/>
                  </a:solidFill>
                  <a:latin typeface="Futura Medium"/>
                </a:rPr>
                <a:t xml:space="preserve">Resumo do atendimento</a:t>
              </a:r>
              <a:endParaRPr lang="pt-BR"/>
            </a:p>
          </p:txBody>
        </p:sp>
        <p:pic>
          <p:nvPicPr>
            <p:cNvPr id="15" name="/azul/painel_report_simples.png"/>
            <p:cNvPicPr/>
            <p:nvPr/>
          </p:nvPicPr>
          <p:blipFill>
            <a:blip r:embed="rIdSkin15"/>
            <a:stretch>
              <a:fillRect/>
            </a:stretch>
          </p:blipFill>
          <p:spPr>
            <a:xfrm>
              <a:off x="457200" y="1933575"/>
              <a:ext cx="3514725" cy="142875"/>
            </a:xfrm>
            <a:prstGeom prst="rect">
              <a:avLst/>
            </a:prstGeom>
          </p:spPr>
        </p:pic>
        <p:sp>
          <p:nvSpPr>
            <p:cNvPr id="16" name="aeba2cd1-4503-4be6-b5d2-6c0dd8b40c0b"/>
            <p:cNvSpPr txBox="1"/>
            <p:nvPr/>
          </p:nvSpPr>
          <p:spPr>
            <a:xfrm>
              <a:off x="514350" y="1933575"/>
              <a:ext cx="3400425" cy="142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3C3C3C"/>
                  </a:solidFill>
                  <a:latin typeface="Futura Medium"/>
                </a:rPr>
                <a:t xml:space="preserve">Serviço: atendimento presencial</a:t>
              </a:r>
              <a:endParaRPr lang="pt-BR"/>
            </a:p>
          </p:txBody>
        </p:sp>
        <p:pic>
          <p:nvPicPr>
            <p:cNvPr id="17" name="/azul/painel_report_simples.png"/>
            <p:cNvPicPr/>
            <p:nvPr/>
          </p:nvPicPr>
          <p:blipFill>
            <a:blip r:embed="rIdSkin17"/>
            <a:stretch>
              <a:fillRect/>
            </a:stretch>
          </p:blipFill>
          <p:spPr>
            <a:xfrm>
              <a:off x="457200" y="2076450"/>
              <a:ext cx="3514725" cy="142875"/>
            </a:xfrm>
            <a:prstGeom prst="rect">
              <a:avLst/>
            </a:prstGeom>
          </p:spPr>
        </p:pic>
        <p:sp>
          <p:nvSpPr>
            <p:cNvPr id="18" name="aeba2cd1-4503-4be6-b5d2-6c0dd8b40c0b"/>
            <p:cNvSpPr txBox="1"/>
            <p:nvPr/>
          </p:nvSpPr>
          <p:spPr>
            <a:xfrm>
              <a:off x="514350" y="2076450"/>
              <a:ext cx="3400425" cy="142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3C3C3C"/>
                  </a:solidFill>
                  <a:latin typeface="Futura Medium"/>
                </a:rPr>
                <a:t xml:space="preserve">Unidade: agência de demonstração</a:t>
              </a:r>
              <a:endParaRPr lang="pt-BR"/>
            </a:p>
          </p:txBody>
        </p:sp>
      </p:grpSp>
      <p:grpSp>
        <p:nvGrpSpPr>
          <p:cNvPr id="19" name="e15e79c4-b397-4ee0-a570-c9b0fd34ead0"/>
          <p:cNvGrpSpPr/>
          <p:nvPr/>
        </p:nvGrpSpPr>
        <p:grpSpPr>
          <a:xfrm>
            <a:off x="4476750" y="1562100"/>
            <a:ext cx="2476500" cy="838200"/>
            <a:chOff x="4476750" y="1562100"/>
            <a:chExt cx="2476500" cy="838200"/>
          </a:xfrm>
        </p:grpSpPr>
        <p:sp>
          <p:nvSpPr>
            <p:cNvPr id="20" name="e15e79c4-b397-4ee0-a570-c9b0fd34ead0"/>
            <p:cNvSpPr txBox="1"/>
            <p:nvPr/>
          </p:nvSpPr>
          <p:spPr>
            <a:xfrm>
              <a:off x="4495800" y="1714500"/>
              <a:ext cx="114300" cy="114300"/>
            </a:xfrm>
            <a:prstGeom prst="ellipse">
              <a:avLst/>
            </a:prstGeom>
            <a:noFill/>
            <a:ln w="9525">
              <a:solidFill>
                <a:srgbClr val="4864A0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1" name="e15e79c4-b397-4ee0-a570-c9b0fd34ead0"/>
            <p:cNvSpPr txBox="1"/>
            <p:nvPr/>
          </p:nvSpPr>
          <p:spPr>
            <a:xfrm>
              <a:off x="4667250" y="1562100"/>
              <a:ext cx="2286000" cy="4191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pt-BR" sz="1200" b="1">
                  <a:solidFill>
                    <a:srgbClr val="4864A0"/>
                  </a:solidFill>
                  <a:latin typeface="Futura Medium"/>
                </a:rPr>
                <a:t xml:space="preserve">Opção 1</a:t>
              </a:r>
              <a:endParaRPr lang="pt-BR"/>
            </a:p>
          </p:txBody>
        </p:sp>
        <p:sp>
          <p:nvSpPr>
            <p:cNvPr id="22" name="e15e79c4-b397-4ee0-a570-c9b0fd34ead0"/>
            <p:cNvSpPr txBox="1"/>
            <p:nvPr/>
          </p:nvSpPr>
          <p:spPr>
            <a:xfrm>
              <a:off x="4495800" y="2133600"/>
              <a:ext cx="114300" cy="114300"/>
            </a:xfrm>
            <a:prstGeom prst="ellipse">
              <a:avLst/>
            </a:prstGeom>
            <a:noFill/>
            <a:ln w="9525">
              <a:solidFill>
                <a:srgbClr val="4864A0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3" name="e15e79c4-b397-4ee0-a570-c9b0fd34ead0"/>
            <p:cNvSpPr txBox="1"/>
            <p:nvPr/>
          </p:nvSpPr>
          <p:spPr>
            <a:xfrm>
              <a:off x="4667250" y="1981200"/>
              <a:ext cx="2286000" cy="4191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pt-BR" sz="1200" b="1">
                  <a:solidFill>
                    <a:srgbClr val="4864A0"/>
                  </a:solidFill>
                  <a:latin typeface="Futura Medium"/>
                </a:rPr>
                <a:t xml:space="preserve">Opção 2</a:t>
              </a:r>
              <a:endParaRPr lang="pt-BR"/>
            </a:p>
          </p:txBody>
        </p:sp>
      </p:grpSp>
      <p:grpSp>
        <p:nvGrpSpPr>
          <p:cNvPr id="25" name="7d90e52d-08a5-47de-8d6c-310784cb32ed">
            <a:hlinkClick r:id="rIdLink24" action="ppaction://hlinksldjump"/>
          </p:cNvPr>
          <p:cNvGrpSpPr/>
          <p:nvPr/>
        </p:nvGrpSpPr>
        <p:grpSpPr>
          <a:xfrm>
            <a:off x="457200" y="4381500"/>
            <a:ext cx="1809750" cy="457200"/>
            <a:chOff x="457200" y="4381500"/>
            <a:chExt cx="1809750" cy="457200"/>
          </a:xfrm>
        </p:grpSpPr>
        <p:pic>
          <p:nvPicPr>
            <p:cNvPr id="26" name="/azul/botao_aux2_released.png"/>
            <p:cNvPicPr/>
            <p:nvPr/>
          </p:nvPicPr>
          <p:blipFill>
            <a:blip r:embed="rIdSkin26"/>
            <a:stretch>
              <a:fillRect/>
            </a:stretch>
          </p:blipFill>
          <p:spPr>
            <a:xfrm>
              <a:off x="457200" y="4381500"/>
              <a:ext cx="1809750" cy="457200"/>
            </a:xfrm>
            <a:prstGeom prst="rect">
              <a:avLst/>
            </a:prstGeom>
          </p:spPr>
        </p:pic>
        <p:sp>
          <p:nvSpPr>
            <p:cNvPr id="27" name="7d90e52d-08a5-47de-8d6c-310784cb32ed"/>
            <p:cNvSpPr txBox="1"/>
            <p:nvPr/>
          </p:nvSpPr>
          <p:spPr>
            <a:xfrm>
              <a:off x="495300" y="4381500"/>
              <a:ext cx="173355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00FF00"/>
                  </a:solidFill>
                  <a:latin typeface="Futura Medium"/>
                </a:rPr>
                <a:t xml:space="preserve">Confirmar</a:t>
              </a:r>
              <a:endParaRPr lang="pt-BR"/>
            </a:p>
          </p:txBody>
        </p:sp>
      </p:grpSp>
      <p:sp>
        <p:nvSpPr>
          <p:cNvPr id="28" name="Menu">
            <a:hlinkClick r:id="rIdLink29" action="ppaction://hlinksldjump"/>
          </p:cNvPr>
          <p:cNvSpPr txBox="1"/>
          <p:nvPr/>
        </p:nvSpPr>
        <p:spPr>
          <a:xfrm>
            <a:off x="114300" y="5810250"/>
            <a:ext cx="13335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2563EB"/>
                </a:solidFill>
                <a:latin typeface="Arial"/>
              </a:rPr>
              <a:t xml:space="preserve">← Menu da jornada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03 · Conclus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504a036d-b5fa-4263-b97c-bd47f8dbaa8e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e8d66b8e-1e80-42b4-a240-86f2f72abda2"/>
          <p:cNvGrpSpPr/>
          <p:nvPr/>
        </p:nvGrpSpPr>
        <p:grpSpPr>
          <a:xfrm>
            <a:off x="457200" y="952500"/>
            <a:ext cx="6667500" cy="400050"/>
            <a:chOff x="457200" y="952500"/>
            <a:chExt cx="6667500" cy="400050"/>
          </a:xfrm>
        </p:grpSpPr>
        <p:sp>
          <p:nvSpPr>
            <p:cNvPr id="6" name="e8d66b8e-1e80-42b4-a240-86f2f72abda2"/>
            <p:cNvSpPr txBox="1"/>
            <p:nvPr/>
          </p:nvSpPr>
          <p:spPr>
            <a:xfrm>
              <a:off x="457200" y="952500"/>
              <a:ext cx="6667500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050" b="1">
                  <a:solidFill>
                    <a:srgbClr val="3E578D"/>
                  </a:solidFill>
                  <a:latin typeface="Futura Medium"/>
                </a:rPr>
                <a:t xml:space="preserve">Tudo certo. Atendimento confirmado!</a:t>
              </a:r>
              <a:endParaRPr lang="pt-BR"/>
            </a:p>
          </p:txBody>
        </p:sp>
      </p:grpSp>
      <p:grpSp>
        <p:nvGrpSpPr>
          <p:cNvPr id="7" name="8fe2bb67-3fa1-4702-bd99-1e65f65dbd9a"/>
          <p:cNvGrpSpPr/>
          <p:nvPr/>
        </p:nvGrpSpPr>
        <p:grpSpPr>
          <a:xfrm>
            <a:off x="457200" y="1619250"/>
            <a:ext cx="6667500" cy="266700"/>
            <a:chOff x="457200" y="1619250"/>
            <a:chExt cx="6667500" cy="266700"/>
          </a:xfrm>
        </p:grpSpPr>
        <p:sp>
          <p:nvSpPr>
            <p:cNvPr id="8" name="8fe2bb67-3fa1-4702-bd99-1e65f65dbd9a"/>
            <p:cNvSpPr txBox="1"/>
            <p:nvPr/>
          </p:nvSpPr>
          <p:spPr>
            <a:xfrm>
              <a:off x="457200" y="1619250"/>
              <a:ext cx="666750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5064AA"/>
                  </a:solidFill>
                  <a:latin typeface="Futura Medium"/>
                </a:rPr>
                <a:t xml:space="preserve">Você concluiu uma jornada com três telas conectadas.</a:t>
              </a:r>
              <a:endParaRPr lang="pt-BR"/>
            </a:p>
          </p:txBody>
        </p:sp>
      </p:grpSp>
      <p:grpSp>
        <p:nvGrpSpPr>
          <p:cNvPr id="10" name="73166c06-4cbf-48ee-8ac7-bc7300b007d0">
            <a:hlinkClick r:id="rIdLink9" action="ppaction://hlinksldjump"/>
          </p:cNvPr>
          <p:cNvGrpSpPr/>
          <p:nvPr/>
        </p:nvGrpSpPr>
        <p:grpSpPr>
          <a:xfrm>
            <a:off x="457200" y="2381250"/>
            <a:ext cx="2000250" cy="457200"/>
            <a:chOff x="457200" y="2381250"/>
            <a:chExt cx="2000250" cy="457200"/>
          </a:xfrm>
        </p:grpSpPr>
        <p:pic>
          <p:nvPicPr>
            <p:cNvPr id="11" name="/azul/botao_aux2_released.png"/>
            <p:cNvPicPr/>
            <p:nvPr/>
          </p:nvPicPr>
          <p:blipFill>
            <a:blip r:embed="rIdSkin11"/>
            <a:stretch>
              <a:fillRect/>
            </a:stretch>
          </p:blipFill>
          <p:spPr>
            <a:xfrm>
              <a:off x="457200" y="2381250"/>
              <a:ext cx="2000250" cy="457200"/>
            </a:xfrm>
            <a:prstGeom prst="rect">
              <a:avLst/>
            </a:prstGeom>
          </p:spPr>
        </p:pic>
        <p:sp>
          <p:nvSpPr>
            <p:cNvPr id="12" name="73166c06-4cbf-48ee-8ac7-bc7300b007d0"/>
            <p:cNvSpPr txBox="1"/>
            <p:nvPr/>
          </p:nvSpPr>
          <p:spPr>
            <a:xfrm>
              <a:off x="495300" y="2381250"/>
              <a:ext cx="192405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00FF00"/>
                  </a:solidFill>
                  <a:latin typeface="Futura Medium"/>
                </a:rPr>
                <a:t xml:space="preserve">Novo atendimento</a:t>
              </a:r>
              <a:endParaRPr lang="pt-BR"/>
            </a:p>
          </p:txBody>
        </p:sp>
      </p:grpSp>
      <p:sp>
        <p:nvSpPr>
          <p:cNvPr id="13" name="Menu">
            <a:hlinkClick r:id="rIdLink14" action="ppaction://hlinksldjump"/>
          </p:cNvPr>
          <p:cNvSpPr txBox="1"/>
          <p:nvPr/>
        </p:nvSpPr>
        <p:spPr>
          <a:xfrm>
            <a:off x="114300" y="5810250"/>
            <a:ext cx="13335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2563EB"/>
                </a:solidFill>
                <a:latin typeface="Arial"/>
              </a:rPr>
              <a:t xml:space="preserve">← Menu da jornada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Atendimento comple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504a036d-b5fa-4263-b97c-bd47f8dbaa8e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774910c1-73c7-408a-afbe-a44c2509c5f8"/>
          <p:cNvGrpSpPr/>
          <p:nvPr/>
        </p:nvGrpSpPr>
        <p:grpSpPr>
          <a:xfrm>
            <a:off x="457200" y="457200"/>
            <a:ext cx="6477000" cy="381000"/>
            <a:chOff x="457200" y="457200"/>
            <a:chExt cx="6477000" cy="381000"/>
          </a:xfrm>
        </p:grpSpPr>
        <p:sp>
          <p:nvSpPr>
            <p:cNvPr id="6" name="774910c1-73c7-408a-afbe-a44c2509c5f8"/>
            <p:cNvSpPr txBox="1"/>
            <p:nvPr/>
          </p:nvSpPr>
          <p:spPr>
            <a:xfrm>
              <a:off x="457200" y="457200"/>
              <a:ext cx="6477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050" b="1">
                  <a:solidFill>
                    <a:srgbClr val="3E578D"/>
                  </a:solidFill>
                  <a:latin typeface="Futura Medium"/>
                </a:rPr>
                <a:t xml:space="preserve">Vamos começar seu atendimento</a:t>
              </a:r>
              <a:endParaRPr lang="pt-BR"/>
            </a:p>
          </p:txBody>
        </p:sp>
      </p:grpSp>
      <p:grpSp>
        <p:nvGrpSpPr>
          <p:cNvPr id="7" name="8e7a2012-c849-42dd-980d-c314162aa57a"/>
          <p:cNvGrpSpPr/>
          <p:nvPr/>
        </p:nvGrpSpPr>
        <p:grpSpPr>
          <a:xfrm>
            <a:off x="457200" y="1028700"/>
            <a:ext cx="6667500" cy="247650"/>
            <a:chOff x="457200" y="1028700"/>
            <a:chExt cx="6667500" cy="247650"/>
          </a:xfrm>
        </p:grpSpPr>
        <p:sp>
          <p:nvSpPr>
            <p:cNvPr id="8" name="8e7a2012-c849-42dd-980d-c314162aa57a"/>
            <p:cNvSpPr txBox="1"/>
            <p:nvPr/>
          </p:nvSpPr>
          <p:spPr>
            <a:xfrm>
              <a:off x="457200" y="1028700"/>
              <a:ext cx="6667500" cy="247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5064AA"/>
                  </a:solidFill>
                  <a:latin typeface="Futura Medium"/>
                </a:rPr>
                <a:t xml:space="preserve">Informe seu número para seguir com a jornada.</a:t>
              </a:r>
              <a:endParaRPr lang="pt-BR"/>
            </a:p>
          </p:txBody>
        </p:sp>
      </p:grpSp>
      <p:grpSp>
        <p:nvGrpSpPr>
          <p:cNvPr id="9" name="4a548f19-1cb4-48df-b64a-457905654b33"/>
          <p:cNvGrpSpPr/>
          <p:nvPr/>
        </p:nvGrpSpPr>
        <p:grpSpPr>
          <a:xfrm>
            <a:off x="457200" y="1714500"/>
            <a:ext cx="3333750" cy="419100"/>
            <a:chOff x="457200" y="1714500"/>
            <a:chExt cx="3333750" cy="419100"/>
          </a:xfrm>
        </p:grpSpPr>
        <p:sp>
          <p:nvSpPr>
            <p:cNvPr id="10" name="4a548f19-1cb4-48df-b64a-457905654b33"/>
            <p:cNvSpPr txBox="1"/>
            <p:nvPr/>
          </p:nvSpPr>
          <p:spPr>
            <a:xfrm>
              <a:off x="457200" y="1714500"/>
              <a:ext cx="3333750" cy="41910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1" name="4a548f19-1cb4-48df-b64a-457905654b33"/>
            <p:cNvSpPr txBox="1"/>
            <p:nvPr/>
          </p:nvSpPr>
          <p:spPr>
            <a:xfrm>
              <a:off x="457200" y="1714500"/>
              <a:ext cx="3333750" cy="419100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2" name="4a548f19-1cb4-48df-b64a-457905654b33"/>
            <p:cNvSpPr txBox="1"/>
            <p:nvPr/>
          </p:nvSpPr>
          <p:spPr>
            <a:xfrm>
              <a:off x="514350" y="1714500"/>
              <a:ext cx="3219450" cy="4191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pt-BR" sz="900">
                  <a:solidFill>
                    <a:srgbClr val="00000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13" name="3fee8196-c511-45a3-8c76-96dc4760b132"/>
          <p:cNvGrpSpPr/>
          <p:nvPr/>
        </p:nvGrpSpPr>
        <p:grpSpPr>
          <a:xfrm>
            <a:off x="4762500" y="1619250"/>
            <a:ext cx="2190750" cy="2571750"/>
            <a:chOff x="4762500" y="1619250"/>
            <a:chExt cx="2190750" cy="2571750"/>
          </a:xfrm>
        </p:grpSpPr>
        <p:pic>
          <p:nvPicPr>
            <p:cNvPr id="14" name="/azul/botao_released.png"/>
            <p:cNvPicPr/>
            <p:nvPr/>
          </p:nvPicPr>
          <p:blipFill>
            <a:blip r:embed="rIdSkin14"/>
            <a:stretch>
              <a:fillRect/>
            </a:stretch>
          </p:blipFill>
          <p:spPr>
            <a:xfrm>
              <a:off x="4810125" y="1647825"/>
              <a:ext cx="561975" cy="381000"/>
            </a:xfrm>
            <a:prstGeom prst="rect">
              <a:avLst/>
            </a:prstGeom>
          </p:spPr>
        </p:pic>
        <p:sp>
          <p:nvSpPr>
            <p:cNvPr id="15" name="3fee8196-c511-45a3-8c76-96dc4760b132"/>
            <p:cNvSpPr txBox="1"/>
            <p:nvPr/>
          </p:nvSpPr>
          <p:spPr>
            <a:xfrm>
              <a:off x="4848225" y="16478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7</a:t>
              </a:r>
              <a:endParaRPr lang="pt-BR"/>
            </a:p>
          </p:txBody>
        </p:sp>
        <p:pic>
          <p:nvPicPr>
            <p:cNvPr id="16" name="/azul/botao_released.png"/>
            <p:cNvPicPr/>
            <p:nvPr/>
          </p:nvPicPr>
          <p:blipFill>
            <a:blip r:embed="rIdSkin16"/>
            <a:stretch>
              <a:fillRect/>
            </a:stretch>
          </p:blipFill>
          <p:spPr>
            <a:xfrm>
              <a:off x="5457825" y="1647825"/>
              <a:ext cx="561975" cy="381000"/>
            </a:xfrm>
            <a:prstGeom prst="rect">
              <a:avLst/>
            </a:prstGeom>
          </p:spPr>
        </p:pic>
        <p:sp>
          <p:nvSpPr>
            <p:cNvPr id="17" name="3fee8196-c511-45a3-8c76-96dc4760b132"/>
            <p:cNvSpPr txBox="1"/>
            <p:nvPr/>
          </p:nvSpPr>
          <p:spPr>
            <a:xfrm>
              <a:off x="5495925" y="16478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8</a:t>
              </a:r>
              <a:endParaRPr lang="pt-BR"/>
            </a:p>
          </p:txBody>
        </p:sp>
        <p:pic>
          <p:nvPicPr>
            <p:cNvPr id="18" name="/azul/botao_released.png"/>
            <p:cNvPicPr/>
            <p:nvPr/>
          </p:nvPicPr>
          <p:blipFill>
            <a:blip r:embed="rIdSkin18"/>
            <a:stretch>
              <a:fillRect/>
            </a:stretch>
          </p:blipFill>
          <p:spPr>
            <a:xfrm>
              <a:off x="6105525" y="1647825"/>
              <a:ext cx="561975" cy="381000"/>
            </a:xfrm>
            <a:prstGeom prst="rect">
              <a:avLst/>
            </a:prstGeom>
          </p:spPr>
        </p:pic>
        <p:sp>
          <p:nvSpPr>
            <p:cNvPr id="19" name="3fee8196-c511-45a3-8c76-96dc4760b132"/>
            <p:cNvSpPr txBox="1"/>
            <p:nvPr/>
          </p:nvSpPr>
          <p:spPr>
            <a:xfrm>
              <a:off x="6143625" y="16478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9</a:t>
              </a:r>
              <a:endParaRPr lang="pt-BR"/>
            </a:p>
          </p:txBody>
        </p:sp>
        <p:pic>
          <p:nvPicPr>
            <p:cNvPr id="20" name="/azul/botao_released.png"/>
            <p:cNvPicPr/>
            <p:nvPr/>
          </p:nvPicPr>
          <p:blipFill>
            <a:blip r:embed="rIdSkin20"/>
            <a:stretch>
              <a:fillRect/>
            </a:stretch>
          </p:blipFill>
          <p:spPr>
            <a:xfrm>
              <a:off x="4810125" y="2057400"/>
              <a:ext cx="561975" cy="381000"/>
            </a:xfrm>
            <a:prstGeom prst="rect">
              <a:avLst/>
            </a:prstGeom>
          </p:spPr>
        </p:pic>
        <p:sp>
          <p:nvSpPr>
            <p:cNvPr id="21" name="3fee8196-c511-45a3-8c76-96dc4760b132"/>
            <p:cNvSpPr txBox="1"/>
            <p:nvPr/>
          </p:nvSpPr>
          <p:spPr>
            <a:xfrm>
              <a:off x="4848225" y="205740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4</a:t>
              </a:r>
              <a:endParaRPr lang="pt-BR"/>
            </a:p>
          </p:txBody>
        </p:sp>
        <p:pic>
          <p:nvPicPr>
            <p:cNvPr id="22" name="/azul/botao_released.png"/>
            <p:cNvPicPr/>
            <p:nvPr/>
          </p:nvPicPr>
          <p:blipFill>
            <a:blip r:embed="rIdSkin22"/>
            <a:stretch>
              <a:fillRect/>
            </a:stretch>
          </p:blipFill>
          <p:spPr>
            <a:xfrm>
              <a:off x="5457825" y="2057400"/>
              <a:ext cx="561975" cy="381000"/>
            </a:xfrm>
            <a:prstGeom prst="rect">
              <a:avLst/>
            </a:prstGeom>
          </p:spPr>
        </p:pic>
        <p:sp>
          <p:nvSpPr>
            <p:cNvPr id="23" name="3fee8196-c511-45a3-8c76-96dc4760b132"/>
            <p:cNvSpPr txBox="1"/>
            <p:nvPr/>
          </p:nvSpPr>
          <p:spPr>
            <a:xfrm>
              <a:off x="5495925" y="205740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5</a:t>
              </a:r>
              <a:endParaRPr lang="pt-BR"/>
            </a:p>
          </p:txBody>
        </p:sp>
        <p:pic>
          <p:nvPicPr>
            <p:cNvPr id="24" name="/azul/botao_released.png"/>
            <p:cNvPicPr/>
            <p:nvPr/>
          </p:nvPicPr>
          <p:blipFill>
            <a:blip r:embed="rIdSkin24"/>
            <a:stretch>
              <a:fillRect/>
            </a:stretch>
          </p:blipFill>
          <p:spPr>
            <a:xfrm>
              <a:off x="6105525" y="2057400"/>
              <a:ext cx="561975" cy="381000"/>
            </a:xfrm>
            <a:prstGeom prst="rect">
              <a:avLst/>
            </a:prstGeom>
          </p:spPr>
        </p:pic>
        <p:sp>
          <p:nvSpPr>
            <p:cNvPr id="25" name="3fee8196-c511-45a3-8c76-96dc4760b132"/>
            <p:cNvSpPr txBox="1"/>
            <p:nvPr/>
          </p:nvSpPr>
          <p:spPr>
            <a:xfrm>
              <a:off x="6143625" y="205740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6</a:t>
              </a:r>
              <a:endParaRPr lang="pt-BR"/>
            </a:p>
          </p:txBody>
        </p:sp>
        <p:pic>
          <p:nvPicPr>
            <p:cNvPr id="26" name="/azul/botao_released.png"/>
            <p:cNvPicPr/>
            <p:nvPr/>
          </p:nvPicPr>
          <p:blipFill>
            <a:blip r:embed="rIdSkin26"/>
            <a:stretch>
              <a:fillRect/>
            </a:stretch>
          </p:blipFill>
          <p:spPr>
            <a:xfrm>
              <a:off x="4810125" y="2457450"/>
              <a:ext cx="561975" cy="381000"/>
            </a:xfrm>
            <a:prstGeom prst="rect">
              <a:avLst/>
            </a:prstGeom>
          </p:spPr>
        </p:pic>
        <p:sp>
          <p:nvSpPr>
            <p:cNvPr id="27" name="3fee8196-c511-45a3-8c76-96dc4760b132"/>
            <p:cNvSpPr txBox="1"/>
            <p:nvPr/>
          </p:nvSpPr>
          <p:spPr>
            <a:xfrm>
              <a:off x="4848225" y="245745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1</a:t>
              </a:r>
              <a:endParaRPr lang="pt-BR"/>
            </a:p>
          </p:txBody>
        </p:sp>
        <p:pic>
          <p:nvPicPr>
            <p:cNvPr id="28" name="/azul/botao_released.png"/>
            <p:cNvPicPr/>
            <p:nvPr/>
          </p:nvPicPr>
          <p:blipFill>
            <a:blip r:embed="rIdSkin28"/>
            <a:stretch>
              <a:fillRect/>
            </a:stretch>
          </p:blipFill>
          <p:spPr>
            <a:xfrm>
              <a:off x="5457825" y="2457450"/>
              <a:ext cx="561975" cy="381000"/>
            </a:xfrm>
            <a:prstGeom prst="rect">
              <a:avLst/>
            </a:prstGeom>
          </p:spPr>
        </p:pic>
        <p:sp>
          <p:nvSpPr>
            <p:cNvPr id="29" name="3fee8196-c511-45a3-8c76-96dc4760b132"/>
            <p:cNvSpPr txBox="1"/>
            <p:nvPr/>
          </p:nvSpPr>
          <p:spPr>
            <a:xfrm>
              <a:off x="5495925" y="245745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2</a:t>
              </a:r>
              <a:endParaRPr lang="pt-BR"/>
            </a:p>
          </p:txBody>
        </p:sp>
        <p:pic>
          <p:nvPicPr>
            <p:cNvPr id="30" name="/azul/botao_released.png"/>
            <p:cNvPicPr/>
            <p:nvPr/>
          </p:nvPicPr>
          <p:blipFill>
            <a:blip r:embed="rIdSkin30"/>
            <a:stretch>
              <a:fillRect/>
            </a:stretch>
          </p:blipFill>
          <p:spPr>
            <a:xfrm>
              <a:off x="6105525" y="2457450"/>
              <a:ext cx="561975" cy="381000"/>
            </a:xfrm>
            <a:prstGeom prst="rect">
              <a:avLst/>
            </a:prstGeom>
          </p:spPr>
        </p:pic>
        <p:sp>
          <p:nvSpPr>
            <p:cNvPr id="31" name="3fee8196-c511-45a3-8c76-96dc4760b132"/>
            <p:cNvSpPr txBox="1"/>
            <p:nvPr/>
          </p:nvSpPr>
          <p:spPr>
            <a:xfrm>
              <a:off x="6143625" y="245745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3</a:t>
              </a:r>
              <a:endParaRPr lang="pt-BR"/>
            </a:p>
          </p:txBody>
        </p:sp>
        <p:pic>
          <p:nvPicPr>
            <p:cNvPr id="32" name="/azul/botao_released.png"/>
            <p:cNvPicPr/>
            <p:nvPr/>
          </p:nvPicPr>
          <p:blipFill>
            <a:blip r:embed="rIdSkin32"/>
            <a:stretch>
              <a:fillRect/>
            </a:stretch>
          </p:blipFill>
          <p:spPr>
            <a:xfrm>
              <a:off x="4810125" y="2867025"/>
              <a:ext cx="561975" cy="381000"/>
            </a:xfrm>
            <a:prstGeom prst="rect">
              <a:avLst/>
            </a:prstGeom>
          </p:spPr>
        </p:pic>
        <p:sp>
          <p:nvSpPr>
            <p:cNvPr id="33" name="3fee8196-c511-45a3-8c76-96dc4760b132"/>
            <p:cNvSpPr txBox="1"/>
            <p:nvPr/>
          </p:nvSpPr>
          <p:spPr>
            <a:xfrm>
              <a:off x="4848225" y="28670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&lt;</a:t>
              </a:r>
              <a:endParaRPr lang="pt-BR"/>
            </a:p>
          </p:txBody>
        </p:sp>
        <p:pic>
          <p:nvPicPr>
            <p:cNvPr id="34" name="/azul/botao_released.png"/>
            <p:cNvPicPr/>
            <p:nvPr/>
          </p:nvPicPr>
          <p:blipFill>
            <a:blip r:embed="rIdSkin34"/>
            <a:stretch>
              <a:fillRect/>
            </a:stretch>
          </p:blipFill>
          <p:spPr>
            <a:xfrm>
              <a:off x="5457825" y="2867025"/>
              <a:ext cx="561975" cy="381000"/>
            </a:xfrm>
            <a:prstGeom prst="rect">
              <a:avLst/>
            </a:prstGeom>
          </p:spPr>
        </p:pic>
        <p:sp>
          <p:nvSpPr>
            <p:cNvPr id="35" name="3fee8196-c511-45a3-8c76-96dc4760b132"/>
            <p:cNvSpPr txBox="1"/>
            <p:nvPr/>
          </p:nvSpPr>
          <p:spPr>
            <a:xfrm>
              <a:off x="5495925" y="28670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0</a:t>
              </a:r>
              <a:endParaRPr lang="pt-BR"/>
            </a:p>
          </p:txBody>
        </p:sp>
        <p:pic>
          <p:nvPicPr>
            <p:cNvPr id="36" name="/azul/botao_released.png"/>
            <p:cNvPicPr/>
            <p:nvPr/>
          </p:nvPicPr>
          <p:blipFill>
            <a:blip r:embed="rIdSkin36"/>
            <a:stretch>
              <a:fillRect/>
            </a:stretch>
          </p:blipFill>
          <p:spPr>
            <a:xfrm>
              <a:off x="6105525" y="2867025"/>
              <a:ext cx="561975" cy="381000"/>
            </a:xfrm>
            <a:prstGeom prst="rect">
              <a:avLst/>
            </a:prstGeom>
          </p:spPr>
        </p:pic>
        <p:sp>
          <p:nvSpPr>
            <p:cNvPr id="37" name="3fee8196-c511-45a3-8c76-96dc4760b132"/>
            <p:cNvSpPr txBox="1"/>
            <p:nvPr/>
          </p:nvSpPr>
          <p:spPr>
            <a:xfrm>
              <a:off x="6143625" y="28670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&gt;</a:t>
              </a:r>
              <a:endParaRPr lang="pt-BR"/>
            </a:p>
          </p:txBody>
        </p:sp>
        <p:pic>
          <p:nvPicPr>
            <p:cNvPr id="38" name="/azul/botao_aux1_released.png"/>
            <p:cNvPicPr/>
            <p:nvPr/>
          </p:nvPicPr>
          <p:blipFill>
            <a:blip r:embed="rIdSkin38"/>
            <a:stretch>
              <a:fillRect/>
            </a:stretch>
          </p:blipFill>
          <p:spPr>
            <a:xfrm>
              <a:off x="4810125" y="3267075"/>
              <a:ext cx="876300" cy="438150"/>
            </a:xfrm>
            <a:prstGeom prst="rect">
              <a:avLst/>
            </a:prstGeom>
          </p:spPr>
        </p:pic>
        <p:sp>
          <p:nvSpPr>
            <p:cNvPr id="39" name="3fee8196-c511-45a3-8c76-96dc4760b132"/>
            <p:cNvSpPr txBox="1"/>
            <p:nvPr/>
          </p:nvSpPr>
          <p:spPr>
            <a:xfrm>
              <a:off x="4848225" y="3267075"/>
              <a:ext cx="800100" cy="438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FFFFFF"/>
                  </a:solidFill>
                  <a:latin typeface="Futura Medium"/>
                </a:rPr>
                <a:t xml:space="preserve">TAB</a:t>
              </a:r>
              <a:endParaRPr lang="pt-BR"/>
            </a:p>
          </p:txBody>
        </p:sp>
        <p:pic>
          <p:nvPicPr>
            <p:cNvPr id="40" name="/azul/botao_aux1_released.png"/>
            <p:cNvPicPr/>
            <p:nvPr/>
          </p:nvPicPr>
          <p:blipFill>
            <a:blip r:embed="rIdSkin40"/>
            <a:stretch>
              <a:fillRect/>
            </a:stretch>
          </p:blipFill>
          <p:spPr>
            <a:xfrm>
              <a:off x="5829300" y="3267075"/>
              <a:ext cx="876300" cy="438150"/>
            </a:xfrm>
            <a:prstGeom prst="rect">
              <a:avLst/>
            </a:prstGeom>
          </p:spPr>
        </p:pic>
        <p:sp>
          <p:nvSpPr>
            <p:cNvPr id="41" name="3fee8196-c511-45a3-8c76-96dc4760b132"/>
            <p:cNvSpPr txBox="1"/>
            <p:nvPr/>
          </p:nvSpPr>
          <p:spPr>
            <a:xfrm>
              <a:off x="5867400" y="3267075"/>
              <a:ext cx="800100" cy="438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FFFFFF"/>
                  </a:solidFill>
                  <a:latin typeface="Futura Medium"/>
                </a:rPr>
                <a:t xml:space="preserve">LIMPAR</a:t>
              </a:r>
              <a:endParaRPr lang="pt-BR"/>
            </a:p>
          </p:txBody>
        </p:sp>
      </p:grpSp>
      <p:grpSp>
        <p:nvGrpSpPr>
          <p:cNvPr id="42" name="dc73846c-544f-4e31-9b73-aed922cf0e33"/>
          <p:cNvGrpSpPr/>
          <p:nvPr/>
        </p:nvGrpSpPr>
        <p:grpSpPr>
          <a:xfrm>
            <a:off x="457200" y="2457450"/>
            <a:ext cx="1809750" cy="457200"/>
            <a:chOff x="457200" y="2457450"/>
            <a:chExt cx="1809750" cy="457200"/>
          </a:xfrm>
        </p:grpSpPr>
        <p:pic>
          <p:nvPicPr>
            <p:cNvPr id="43" name="/azul/botao_aux2_released.png"/>
            <p:cNvPicPr/>
            <p:nvPr/>
          </p:nvPicPr>
          <p:blipFill>
            <a:blip r:embed="rIdSkin43"/>
            <a:stretch>
              <a:fillRect/>
            </a:stretch>
          </p:blipFill>
          <p:spPr>
            <a:xfrm>
              <a:off x="457200" y="2457450"/>
              <a:ext cx="1809750" cy="457200"/>
            </a:xfrm>
            <a:prstGeom prst="rect">
              <a:avLst/>
            </a:prstGeom>
          </p:spPr>
        </p:pic>
        <p:sp>
          <p:nvSpPr>
            <p:cNvPr id="44" name="dc73846c-544f-4e31-9b73-aed922cf0e33"/>
            <p:cNvSpPr txBox="1"/>
            <p:nvPr/>
          </p:nvSpPr>
          <p:spPr>
            <a:xfrm>
              <a:off x="495300" y="2457450"/>
              <a:ext cx="173355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00FF00"/>
                  </a:solidFill>
                  <a:latin typeface="Futura Medium"/>
                </a:rPr>
                <a:t xml:space="preserve">Continuar</a:t>
              </a:r>
              <a:endParaRPr lang="pt-BR"/>
            </a:p>
          </p:txBody>
        </p:sp>
      </p:grpSp>
      <p:sp>
        <p:nvSpPr>
          <p:cNvPr id="45" name="Cursor"/>
          <p:cNvSpPr txBox="1"/>
          <p:nvPr/>
        </p:nvSpPr>
        <p:spPr>
          <a:xfrm>
            <a:off x="0" y="0"/>
            <a:ext cx="114300" cy="171450"/>
          </a:xfrm>
          <a:prstGeom prst="rtTriangl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sp>
        <p:nvSpPr>
          <p:cNvPr id="46" name="Clique"/>
          <p:cNvSpPr txBox="1"/>
          <p:nvPr/>
        </p:nvSpPr>
        <p:spPr>
          <a:xfrm>
            <a:off x="2028825" y="1828800"/>
            <a:ext cx="266700" cy="266700"/>
          </a:xfrm>
          <a:prstGeom prst="ellipse">
            <a:avLst/>
          </a:prstGeom>
          <a:noFill/>
          <a:ln w="9525">
            <a:solidFill>
              <a:srgbClr val="F59E0B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sp>
        <p:nvSpPr>
          <p:cNvPr id="47" name="Digitação"/>
          <p:cNvSpPr txBox="1"/>
          <p:nvPr/>
        </p:nvSpPr>
        <p:spPr>
          <a:xfrm>
            <a:off x="514350" y="1714500"/>
            <a:ext cx="3219450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/>
          <a:lstStyle/>
          <a:p>
            <a:pPr algn="l"/>
            <a:r>
              <a:rPr lang="pt-BR" sz="900">
                <a:solidFill>
                  <a:srgbClr val="000000"/>
                </a:solidFill>
                <a:latin typeface="Arial"/>
              </a:rPr>
              <a:t xml:space="preserve">1</a:t>
            </a:r>
            <a:endParaRPr lang="pt-BR"/>
          </a:p>
        </p:txBody>
      </p:sp>
      <p:sp>
        <p:nvSpPr>
          <p:cNvPr id="48" name="Digitação"/>
          <p:cNvSpPr txBox="1"/>
          <p:nvPr/>
        </p:nvSpPr>
        <p:spPr>
          <a:xfrm>
            <a:off x="514350" y="1714500"/>
            <a:ext cx="3219450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/>
          <a:lstStyle/>
          <a:p>
            <a:pPr algn="l"/>
            <a:r>
              <a:rPr lang="pt-BR" sz="900">
                <a:solidFill>
                  <a:srgbClr val="000000"/>
                </a:solidFill>
                <a:latin typeface="Arial"/>
              </a:rPr>
              <a:t xml:space="preserve">12</a:t>
            </a:r>
            <a:endParaRPr lang="pt-BR"/>
          </a:p>
        </p:txBody>
      </p:sp>
      <p:sp>
        <p:nvSpPr>
          <p:cNvPr id="49" name="Digitação"/>
          <p:cNvSpPr txBox="1"/>
          <p:nvPr/>
        </p:nvSpPr>
        <p:spPr>
          <a:xfrm>
            <a:off x="514350" y="1714500"/>
            <a:ext cx="3219450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/>
          <a:lstStyle/>
          <a:p>
            <a:pPr algn="l"/>
            <a:r>
              <a:rPr lang="pt-BR" sz="900">
                <a:solidFill>
                  <a:srgbClr val="000000"/>
                </a:solidFill>
                <a:latin typeface="Arial"/>
              </a:rPr>
              <a:t xml:space="preserve">123</a:t>
            </a:r>
            <a:endParaRPr lang="pt-BR"/>
          </a:p>
        </p:txBody>
      </p:sp>
      <p:sp>
        <p:nvSpPr>
          <p:cNvPr id="50" name="Digitação"/>
          <p:cNvSpPr txBox="1"/>
          <p:nvPr/>
        </p:nvSpPr>
        <p:spPr>
          <a:xfrm>
            <a:off x="514350" y="1714500"/>
            <a:ext cx="3219450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/>
          <a:lstStyle/>
          <a:p>
            <a:pPr algn="l"/>
            <a:r>
              <a:rPr lang="pt-BR" sz="900">
                <a:solidFill>
                  <a:srgbClr val="000000"/>
                </a:solidFill>
                <a:latin typeface="Arial"/>
              </a:rPr>
              <a:t xml:space="preserve">1234</a:t>
            </a:r>
            <a:endParaRPr lang="pt-BR"/>
          </a:p>
        </p:txBody>
      </p:sp>
      <p:sp>
        <p:nvSpPr>
          <p:cNvPr id="51" name="Digitação"/>
          <p:cNvSpPr txBox="1"/>
          <p:nvPr/>
        </p:nvSpPr>
        <p:spPr>
          <a:xfrm>
            <a:off x="514350" y="1714500"/>
            <a:ext cx="3219450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/>
          <a:lstStyle/>
          <a:p>
            <a:pPr algn="l"/>
            <a:r>
              <a:rPr lang="pt-BR" sz="900">
                <a:solidFill>
                  <a:srgbClr val="000000"/>
                </a:solidFill>
                <a:latin typeface="Arial"/>
              </a:rPr>
              <a:t xml:space="preserve">12345</a:t>
            </a:r>
            <a:endParaRPr lang="pt-BR"/>
          </a:p>
        </p:txBody>
      </p:sp>
      <p:sp>
        <p:nvSpPr>
          <p:cNvPr id="52" name="Digitação"/>
          <p:cNvSpPr txBox="1"/>
          <p:nvPr/>
        </p:nvSpPr>
        <p:spPr>
          <a:xfrm>
            <a:off x="514350" y="1714500"/>
            <a:ext cx="3219450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/>
          <a:lstStyle/>
          <a:p>
            <a:pPr algn="l"/>
            <a:r>
              <a:rPr lang="pt-BR" sz="900">
                <a:solidFill>
                  <a:srgbClr val="000000"/>
                </a:solidFill>
                <a:latin typeface="Arial"/>
              </a:rPr>
              <a:t xml:space="preserve">123456</a:t>
            </a:r>
            <a:endParaRPr lang="pt-BR"/>
          </a:p>
        </p:txBody>
      </p:sp>
      <p:sp>
        <p:nvSpPr>
          <p:cNvPr id="53" name="Clique"/>
          <p:cNvSpPr txBox="1"/>
          <p:nvPr/>
        </p:nvSpPr>
        <p:spPr>
          <a:xfrm>
            <a:off x="1266825" y="2590800"/>
            <a:ext cx="266700" cy="266700"/>
          </a:xfrm>
          <a:prstGeom prst="ellipse">
            <a:avLst/>
          </a:prstGeom>
          <a:noFill/>
          <a:ln w="9525">
            <a:solidFill>
              <a:srgbClr val="F59E0B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</p:spTree>
  </p:cSld>
  <p:clrMapOvr>
    <a:masterClrMapping/>
  </p:clrMapOvr>
  <p:transition spd="fast" p14:dur="300" advClick="0" advTm="4100">
    <p:fade/>
  </p:transition>
  <p:timing>
    <p:tnLst>
      <p:par>
        <p:cTn id="1" dur="indefinite" restart="never" nodeType="tmRoot">
          <p:childTnLst>
            <p:par>
              <p:cTn id="2" dur="indefinite" fill="hold">
                <p:stCondLst>
                  <p:cond delay="0"/>
                </p:stCondLst>
                <p:childTnLst>
                  <p:animMotion origin="layout" path="M 0.0000000 0.0000000 L 0.2787500 0.3156250 E" pathEditMode="relative">
                    <p:cBhvr>
                      <p:cTn id="4" dur="600" fill="hold">
                        <p:stCondLst>
                          <p:cond delay="0"/>
                        </p:stCondLst>
                      </p:cTn>
                      <p:tgtEl>
                        <p:spTgt spid="45"/>
                      </p:tgtEl>
                      <p:attrNameLst>
                        <p:attrName>ppt_x</p:attrName>
                      </p:attrNameLst>
                    </p:cBhvr>
                  </p:animMotion>
                  <p:animMotion origin="layout" path="M 0.2787500 0.3156250 L 0.2787500 0.3156250 E" pathEditMode="relative">
                    <p:cBhvr>
                      <p:cTn id="5" dur="1" fill="hold">
                        <p:stCondLst>
                          <p:cond delay="600"/>
                        </p:stCondLst>
                      </p:cTn>
                      <p:tgtEl>
                        <p:spTgt spid="45"/>
                      </p:tgtEl>
                      <p:attrNameLst>
                        <p:attrName>ppt_x</p:attrName>
                      </p:attrNameLst>
                    </p:cBhvr>
                  </p:animMotion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4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601"/>
                        </p:stCondLst>
                      </p:cTn>
                      <p:tgtEl>
                        <p:spTgt spid="4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8" dur="1" fill="hold">
                        <p:stCondLst>
                          <p:cond delay="900"/>
                        </p:stCondLst>
                      </p:cTn>
                      <p:tgtEl>
                        <p:spTgt spid="4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9" dur="1" fill="hold">
                        <p:stCondLst>
                          <p:cond delay="0"/>
                        </p:stCondLst>
                      </p:cTn>
                      <p:tgtEl>
                        <p:spTgt spid="4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0" dur="1" fill="hold">
                        <p:stCondLst>
                          <p:cond delay="1150"/>
                        </p:stCondLst>
                      </p:cTn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1" dur="1" fill="hold">
                        <p:stCondLst>
                          <p:cond delay="1150"/>
                        </p:stCondLst>
                      </p:cTn>
                      <p:tgtEl>
                        <p:spTgt spid="4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12" dur="1" fill="hold">
                        <p:stCondLst>
                          <p:cond delay="0"/>
                        </p:stCondLst>
                      </p:cTn>
                      <p:tgtEl>
                        <p:spTgt spid="4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3" dur="1" fill="hold">
                        <p:stCondLst>
                          <p:cond delay="1400"/>
                        </p:stCondLst>
                      </p:cTn>
                      <p:tgtEl>
                        <p:spTgt spid="4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4" dur="1" fill="hold">
                        <p:stCondLst>
                          <p:cond delay="1400"/>
                        </p:stCondLst>
                      </p:cTn>
                      <p:tgtEl>
                        <p:spTgt spid="4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15" dur="1" fill="hold">
                        <p:stCondLst>
                          <p:cond delay="0"/>
                        </p:stCondLst>
                      </p:cTn>
                      <p:tgtEl>
                        <p:spTgt spid="49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6" dur="1" fill="hold">
                        <p:stCondLst>
                          <p:cond delay="1650"/>
                        </p:stCondLst>
                      </p:cTn>
                      <p:tgtEl>
                        <p:spTgt spid="4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7" dur="1" fill="hold">
                        <p:stCondLst>
                          <p:cond delay="1650"/>
                        </p:stCondLst>
                      </p:cTn>
                      <p:tgtEl>
                        <p:spTgt spid="4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18" dur="1" fill="hold">
                        <p:stCondLst>
                          <p:cond delay="0"/>
                        </p:stCondLst>
                      </p:cTn>
                      <p:tgtEl>
                        <p:spTgt spid="50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9" dur="1" fill="hold">
                        <p:stCondLst>
                          <p:cond delay="1900"/>
                        </p:stCondLst>
                      </p:cTn>
                      <p:tgtEl>
                        <p:spTgt spid="49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0" dur="1" fill="hold">
                        <p:stCondLst>
                          <p:cond delay="1900"/>
                        </p:stCondLst>
                      </p:cTn>
                      <p:tgtEl>
                        <p:spTgt spid="5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21" dur="1" fill="hold">
                        <p:stCondLst>
                          <p:cond delay="0"/>
                        </p:stCondLst>
                      </p:cTn>
                      <p:tgtEl>
                        <p:spTgt spid="51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2" dur="1" fill="hold">
                        <p:stCondLst>
                          <p:cond delay="2150"/>
                        </p:stCondLst>
                      </p:cTn>
                      <p:tgtEl>
                        <p:spTgt spid="50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3" dur="1" fill="hold">
                        <p:stCondLst>
                          <p:cond delay="2150"/>
                        </p:stCondLst>
                      </p:cTn>
                      <p:tgtEl>
                        <p:spTgt spid="5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24" dur="1" fill="hold">
                        <p:stCondLst>
                          <p:cond delay="0"/>
                        </p:stCondLst>
                      </p:cTn>
                      <p:tgtEl>
                        <p:spTgt spid="5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5" dur="1" fill="hold">
                        <p:stCondLst>
                          <p:cond delay="2400"/>
                        </p:stCondLst>
                      </p:cTn>
                      <p:tgtEl>
                        <p:spTgt spid="51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6" dur="1" fill="hold">
                        <p:stCondLst>
                          <p:cond delay="2400"/>
                        </p:stCondLst>
                      </p:cTn>
                      <p:tgtEl>
                        <p:spTgt spid="5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Motion origin="layout" path="M 0.2787500 0.3156250 L 0.1787500 0.4406250 E" pathEditMode="relative">
                    <p:cBhvr>
                      <p:cTn id="27" dur="500" fill="hold">
                        <p:stCondLst>
                          <p:cond delay="3100"/>
                        </p:stCondLst>
                      </p:cTn>
                      <p:tgtEl>
                        <p:spTgt spid="45"/>
                      </p:tgtEl>
                      <p:attrNameLst>
                        <p:attrName>ppt_x</p:attrName>
                      </p:attrNameLst>
                    </p:cBhvr>
                  </p:animMotion>
                  <p:animMotion origin="layout" path="M 0.1787500 0.4406250 L 0.1787500 0.4406250 E" pathEditMode="relative">
                    <p:cBhvr>
                      <p:cTn id="28" dur="1" fill="hold">
                        <p:stCondLst>
                          <p:cond delay="3600"/>
                        </p:stCondLst>
                      </p:cTn>
                      <p:tgtEl>
                        <p:spTgt spid="45"/>
                      </p:tgtEl>
                      <p:attrNameLst>
                        <p:attrName>ppt_x</p:attrName>
                      </p:attrNameLst>
                    </p:cBhvr>
                  </p:animMotion>
                  <p:set>
                    <p:cBhvr>
                      <p:cTn id="29" dur="1" fill="hold">
                        <p:stCondLst>
                          <p:cond delay="0"/>
                        </p:stCondLst>
                      </p:cTn>
                      <p:tgtEl>
                        <p:spTgt spid="5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30" dur="1" fill="hold">
                        <p:stCondLst>
                          <p:cond delay="3601"/>
                        </p:stCondLst>
                      </p:cTn>
                      <p:tgtEl>
                        <p:spTgt spid="5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31" dur="1" fill="hold">
                        <p:stCondLst>
                          <p:cond delay="3900"/>
                        </p:stCondLst>
                      </p:cTn>
                      <p:tgtEl>
                        <p:spTgt spid="5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Atendimento comple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504a036d-b5fa-4263-b97c-bd47f8dbaa8e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c09e73ee-6378-4b43-b9d5-0c1c998a8b7c"/>
          <p:cNvGrpSpPr/>
          <p:nvPr/>
        </p:nvGrpSpPr>
        <p:grpSpPr>
          <a:xfrm>
            <a:off x="457200" y="457200"/>
            <a:ext cx="6667500" cy="381000"/>
            <a:chOff x="457200" y="457200"/>
            <a:chExt cx="6667500" cy="381000"/>
          </a:xfrm>
        </p:grpSpPr>
        <p:sp>
          <p:nvSpPr>
            <p:cNvPr id="6" name="c09e73ee-6378-4b43-b9d5-0c1c998a8b7c"/>
            <p:cNvSpPr txBox="1"/>
            <p:nvPr/>
          </p:nvSpPr>
          <p:spPr>
            <a:xfrm>
              <a:off x="457200" y="457200"/>
              <a:ext cx="66675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050" b="1">
                  <a:solidFill>
                    <a:srgbClr val="3E578D"/>
                  </a:solidFill>
                  <a:latin typeface="Futura Medium"/>
                </a:rPr>
                <a:t xml:space="preserve">Confira os detalhes</a:t>
              </a:r>
              <a:endParaRPr lang="pt-BR"/>
            </a:p>
          </p:txBody>
        </p:sp>
      </p:grpSp>
      <p:grpSp>
        <p:nvGrpSpPr>
          <p:cNvPr id="7" name="67773777-6df1-4700-a447-7105a3957f4e"/>
          <p:cNvGrpSpPr/>
          <p:nvPr/>
        </p:nvGrpSpPr>
        <p:grpSpPr>
          <a:xfrm>
            <a:off x="457200" y="1028700"/>
            <a:ext cx="6667500" cy="247650"/>
            <a:chOff x="457200" y="1028700"/>
            <a:chExt cx="6667500" cy="247650"/>
          </a:xfrm>
        </p:grpSpPr>
        <p:sp>
          <p:nvSpPr>
            <p:cNvPr id="8" name="67773777-6df1-4700-a447-7105a3957f4e"/>
            <p:cNvSpPr txBox="1"/>
            <p:nvPr/>
          </p:nvSpPr>
          <p:spPr>
            <a:xfrm>
              <a:off x="457200" y="1028700"/>
              <a:ext cx="6667500" cy="247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5064AA"/>
                  </a:solidFill>
                  <a:latin typeface="Futura Medium"/>
                </a:rPr>
                <a:t xml:space="preserve">Escolha uma opção e confirme o atendimento.</a:t>
              </a:r>
              <a:endParaRPr lang="pt-BR"/>
            </a:p>
          </p:txBody>
        </p:sp>
      </p:grpSp>
      <p:grpSp>
        <p:nvGrpSpPr>
          <p:cNvPr id="9" name="aeba2cd1-4503-4be6-b5d2-6c0dd8b40c0b"/>
          <p:cNvGrpSpPr/>
          <p:nvPr/>
        </p:nvGrpSpPr>
        <p:grpSpPr>
          <a:xfrm>
            <a:off x="457200" y="1562100"/>
            <a:ext cx="3619500" cy="2476500"/>
            <a:chOff x="457200" y="1562100"/>
            <a:chExt cx="3619500" cy="2476500"/>
          </a:xfrm>
        </p:grpSpPr>
        <p:pic>
          <p:nvPicPr>
            <p:cNvPr id="10" name="/azul/painel_tabela.png"/>
            <p:cNvPicPr/>
            <p:nvPr/>
          </p:nvPicPr>
          <p:blipFill>
            <a:blip r:embed="rIdSkin10"/>
            <a:stretch>
              <a:fillRect/>
            </a:stretch>
          </p:blipFill>
          <p:spPr>
            <a:xfrm>
              <a:off x="457200" y="1562100"/>
              <a:ext cx="3619500" cy="2476500"/>
            </a:xfrm>
            <a:prstGeom prst="rect">
              <a:avLst/>
            </a:prstGeom>
          </p:spPr>
        </p:pic>
        <p:pic>
          <p:nvPicPr>
            <p:cNvPr id="11" name="/azul/label_tabela_cabecalho.png"/>
            <p:cNvPicPr/>
            <p:nvPr/>
          </p:nvPicPr>
          <p:blipFill>
            <a:blip r:embed="rIdSkin11"/>
            <a:stretch>
              <a:fillRect/>
            </a:stretch>
          </p:blipFill>
          <p:spPr>
            <a:xfrm>
              <a:off x="457200" y="1562100"/>
              <a:ext cx="3619500" cy="180975"/>
            </a:xfrm>
            <a:prstGeom prst="rect">
              <a:avLst/>
            </a:prstGeom>
          </p:spPr>
        </p:pic>
        <p:pic>
          <p:nvPicPr>
            <p:cNvPr id="12" name="/azul/icon_tabela_rodape_2.png"/>
            <p:cNvPicPr/>
            <p:nvPr/>
          </p:nvPicPr>
          <p:blipFill>
            <a:blip r:embed="rIdSkin12"/>
            <a:stretch>
              <a:fillRect/>
            </a:stretch>
          </p:blipFill>
          <p:spPr>
            <a:xfrm>
              <a:off x="457200" y="3800475"/>
              <a:ext cx="3619500" cy="228600"/>
            </a:xfrm>
            <a:prstGeom prst="rect">
              <a:avLst/>
            </a:prstGeom>
          </p:spPr>
        </p:pic>
        <p:pic>
          <p:nvPicPr>
            <p:cNvPr id="13" name="/azul/painel_report_titulo.png"/>
            <p:cNvPicPr/>
            <p:nvPr/>
          </p:nvPicPr>
          <p:blipFill>
            <a:blip r:embed="rIdSkin13"/>
            <a:stretch>
              <a:fillRect/>
            </a:stretch>
          </p:blipFill>
          <p:spPr>
            <a:xfrm>
              <a:off x="457200" y="1743075"/>
              <a:ext cx="3514725" cy="180975"/>
            </a:xfrm>
            <a:prstGeom prst="rect">
              <a:avLst/>
            </a:prstGeom>
          </p:spPr>
        </p:pic>
        <p:sp>
          <p:nvSpPr>
            <p:cNvPr id="14" name="aeba2cd1-4503-4be6-b5d2-6c0dd8b40c0b"/>
            <p:cNvSpPr txBox="1"/>
            <p:nvPr/>
          </p:nvSpPr>
          <p:spPr>
            <a:xfrm>
              <a:off x="514350" y="1743075"/>
              <a:ext cx="3400425" cy="1809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050" b="1">
                  <a:solidFill>
                    <a:srgbClr val="3C3C3C"/>
                  </a:solidFill>
                  <a:latin typeface="Futura Medium"/>
                </a:rPr>
                <a:t xml:space="preserve">Resumo do atendimento</a:t>
              </a:r>
              <a:endParaRPr lang="pt-BR"/>
            </a:p>
          </p:txBody>
        </p:sp>
        <p:pic>
          <p:nvPicPr>
            <p:cNvPr id="15" name="/azul/painel_report_simples.png"/>
            <p:cNvPicPr/>
            <p:nvPr/>
          </p:nvPicPr>
          <p:blipFill>
            <a:blip r:embed="rIdSkin15"/>
            <a:stretch>
              <a:fillRect/>
            </a:stretch>
          </p:blipFill>
          <p:spPr>
            <a:xfrm>
              <a:off x="457200" y="1933575"/>
              <a:ext cx="3514725" cy="142875"/>
            </a:xfrm>
            <a:prstGeom prst="rect">
              <a:avLst/>
            </a:prstGeom>
          </p:spPr>
        </p:pic>
        <p:sp>
          <p:nvSpPr>
            <p:cNvPr id="16" name="aeba2cd1-4503-4be6-b5d2-6c0dd8b40c0b"/>
            <p:cNvSpPr txBox="1"/>
            <p:nvPr/>
          </p:nvSpPr>
          <p:spPr>
            <a:xfrm>
              <a:off x="514350" y="1933575"/>
              <a:ext cx="3400425" cy="142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3C3C3C"/>
                  </a:solidFill>
                  <a:latin typeface="Futura Medium"/>
                </a:rPr>
                <a:t xml:space="preserve">Serviço: atendimento presencial</a:t>
              </a:r>
              <a:endParaRPr lang="pt-BR"/>
            </a:p>
          </p:txBody>
        </p:sp>
        <p:pic>
          <p:nvPicPr>
            <p:cNvPr id="17" name="/azul/painel_report_simples.png"/>
            <p:cNvPicPr/>
            <p:nvPr/>
          </p:nvPicPr>
          <p:blipFill>
            <a:blip r:embed="rIdSkin17"/>
            <a:stretch>
              <a:fillRect/>
            </a:stretch>
          </p:blipFill>
          <p:spPr>
            <a:xfrm>
              <a:off x="457200" y="2076450"/>
              <a:ext cx="3514725" cy="142875"/>
            </a:xfrm>
            <a:prstGeom prst="rect">
              <a:avLst/>
            </a:prstGeom>
          </p:spPr>
        </p:pic>
        <p:sp>
          <p:nvSpPr>
            <p:cNvPr id="18" name="aeba2cd1-4503-4be6-b5d2-6c0dd8b40c0b"/>
            <p:cNvSpPr txBox="1"/>
            <p:nvPr/>
          </p:nvSpPr>
          <p:spPr>
            <a:xfrm>
              <a:off x="514350" y="2076450"/>
              <a:ext cx="3400425" cy="142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3C3C3C"/>
                  </a:solidFill>
                  <a:latin typeface="Futura Medium"/>
                </a:rPr>
                <a:t xml:space="preserve">Unidade: agência de demonstração</a:t>
              </a:r>
              <a:endParaRPr lang="pt-BR"/>
            </a:p>
          </p:txBody>
        </p:sp>
      </p:grpSp>
      <p:grpSp>
        <p:nvGrpSpPr>
          <p:cNvPr id="19" name="e15e79c4-b397-4ee0-a570-c9b0fd34ead0"/>
          <p:cNvGrpSpPr/>
          <p:nvPr/>
        </p:nvGrpSpPr>
        <p:grpSpPr>
          <a:xfrm>
            <a:off x="4476750" y="1562100"/>
            <a:ext cx="2476500" cy="838200"/>
            <a:chOff x="4476750" y="1562100"/>
            <a:chExt cx="2476500" cy="838200"/>
          </a:xfrm>
        </p:grpSpPr>
        <p:sp>
          <p:nvSpPr>
            <p:cNvPr id="20" name="e15e79c4-b397-4ee0-a570-c9b0fd34ead0"/>
            <p:cNvSpPr txBox="1"/>
            <p:nvPr/>
          </p:nvSpPr>
          <p:spPr>
            <a:xfrm>
              <a:off x="4495800" y="1714500"/>
              <a:ext cx="114300" cy="114300"/>
            </a:xfrm>
            <a:prstGeom prst="ellipse">
              <a:avLst/>
            </a:prstGeom>
            <a:noFill/>
            <a:ln w="9525">
              <a:solidFill>
                <a:srgbClr val="4864A0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1" name="e15e79c4-b397-4ee0-a570-c9b0fd34ead0"/>
            <p:cNvSpPr txBox="1"/>
            <p:nvPr/>
          </p:nvSpPr>
          <p:spPr>
            <a:xfrm>
              <a:off x="4667250" y="1562100"/>
              <a:ext cx="2286000" cy="4191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pt-BR" sz="1200" b="1">
                  <a:solidFill>
                    <a:srgbClr val="4864A0"/>
                  </a:solidFill>
                  <a:latin typeface="Futura Medium"/>
                </a:rPr>
                <a:t xml:space="preserve">Opção 1</a:t>
              </a:r>
              <a:endParaRPr lang="pt-BR"/>
            </a:p>
          </p:txBody>
        </p:sp>
        <p:sp>
          <p:nvSpPr>
            <p:cNvPr id="22" name="e15e79c4-b397-4ee0-a570-c9b0fd34ead0"/>
            <p:cNvSpPr txBox="1"/>
            <p:nvPr/>
          </p:nvSpPr>
          <p:spPr>
            <a:xfrm>
              <a:off x="4495800" y="2133600"/>
              <a:ext cx="114300" cy="114300"/>
            </a:xfrm>
            <a:prstGeom prst="ellipse">
              <a:avLst/>
            </a:prstGeom>
            <a:noFill/>
            <a:ln w="9525">
              <a:solidFill>
                <a:srgbClr val="4864A0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3" name="e15e79c4-b397-4ee0-a570-c9b0fd34ead0"/>
            <p:cNvSpPr txBox="1"/>
            <p:nvPr/>
          </p:nvSpPr>
          <p:spPr>
            <a:xfrm>
              <a:off x="4667250" y="1981200"/>
              <a:ext cx="2286000" cy="4191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pt-BR" sz="1200" b="1">
                  <a:solidFill>
                    <a:srgbClr val="4864A0"/>
                  </a:solidFill>
                  <a:latin typeface="Futura Medium"/>
                </a:rPr>
                <a:t xml:space="preserve">Opção 2</a:t>
              </a:r>
              <a:endParaRPr lang="pt-BR"/>
            </a:p>
          </p:txBody>
        </p:sp>
      </p:grpSp>
      <p:grpSp>
        <p:nvGrpSpPr>
          <p:cNvPr id="24" name="7d90e52d-08a5-47de-8d6c-310784cb32ed"/>
          <p:cNvGrpSpPr/>
          <p:nvPr/>
        </p:nvGrpSpPr>
        <p:grpSpPr>
          <a:xfrm>
            <a:off x="457200" y="4381500"/>
            <a:ext cx="1809750" cy="457200"/>
            <a:chOff x="457200" y="4381500"/>
            <a:chExt cx="1809750" cy="457200"/>
          </a:xfrm>
        </p:grpSpPr>
        <p:pic>
          <p:nvPicPr>
            <p:cNvPr id="25" name="/azul/botao_aux2_released.png"/>
            <p:cNvPicPr/>
            <p:nvPr/>
          </p:nvPicPr>
          <p:blipFill>
            <a:blip r:embed="rIdSkin25"/>
            <a:stretch>
              <a:fillRect/>
            </a:stretch>
          </p:blipFill>
          <p:spPr>
            <a:xfrm>
              <a:off x="457200" y="4381500"/>
              <a:ext cx="1809750" cy="457200"/>
            </a:xfrm>
            <a:prstGeom prst="rect">
              <a:avLst/>
            </a:prstGeom>
          </p:spPr>
        </p:pic>
        <p:sp>
          <p:nvSpPr>
            <p:cNvPr id="26" name="7d90e52d-08a5-47de-8d6c-310784cb32ed"/>
            <p:cNvSpPr txBox="1"/>
            <p:nvPr/>
          </p:nvSpPr>
          <p:spPr>
            <a:xfrm>
              <a:off x="495300" y="4381500"/>
              <a:ext cx="173355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00FF00"/>
                  </a:solidFill>
                  <a:latin typeface="Futura Medium"/>
                </a:rPr>
                <a:t xml:space="preserve">Confirmar</a:t>
              </a:r>
              <a:endParaRPr lang="pt-BR"/>
            </a:p>
          </p:txBody>
        </p:sp>
      </p:grpSp>
      <p:sp>
        <p:nvSpPr>
          <p:cNvPr id="27" name="Cursor"/>
          <p:cNvSpPr txBox="1"/>
          <p:nvPr/>
        </p:nvSpPr>
        <p:spPr>
          <a:xfrm>
            <a:off x="0" y="0"/>
            <a:ext cx="114300" cy="171450"/>
          </a:xfrm>
          <a:prstGeom prst="rtTriangl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sp>
        <p:nvSpPr>
          <p:cNvPr id="28" name="Clique"/>
          <p:cNvSpPr txBox="1"/>
          <p:nvPr/>
        </p:nvSpPr>
        <p:spPr>
          <a:xfrm>
            <a:off x="1266825" y="4514850"/>
            <a:ext cx="266700" cy="266700"/>
          </a:xfrm>
          <a:prstGeom prst="ellipse">
            <a:avLst/>
          </a:prstGeom>
          <a:noFill/>
          <a:ln w="9525">
            <a:solidFill>
              <a:srgbClr val="F59E0B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</p:spTree>
  </p:cSld>
  <p:clrMapOvr>
    <a:masterClrMapping/>
  </p:clrMapOvr>
  <p:transition spd="fast" p14:dur="300" advClick="0" advTm="1700">
    <p:fade/>
  </p:transition>
  <p:timing>
    <p:tnLst>
      <p:par>
        <p:cTn id="1" dur="indefinite" restart="never" nodeType="tmRoot">
          <p:childTnLst>
            <p:par>
              <p:cTn id="2" dur="indefinite" fill="hold">
                <p:stCondLst>
                  <p:cond delay="0"/>
                </p:stCondLst>
                <p:childTnLst>
                  <p:animMotion origin="layout" path="M 0.0000000 0.0000000 L 0.1787500 0.7562500 E" pathEditMode="relative">
                    <p:cBhvr>
                      <p:cTn id="4" dur="500" fill="hold">
                        <p:stCondLst>
                          <p:cond delay="700"/>
                        </p:stCondLst>
                      </p:cTn>
                      <p:tgtEl>
                        <p:spTgt spid="27"/>
                      </p:tgtEl>
                      <p:attrNameLst>
                        <p:attrName>ppt_x</p:attrName>
                      </p:attrNameLst>
                    </p:cBhvr>
                  </p:animMotion>
                  <p:animMotion origin="layout" path="M 0.1787500 0.7562500 L 0.1787500 0.7562500 E" pathEditMode="relative">
                    <p:cBhvr>
                      <p:cTn id="5" dur="1" fill="hold">
                        <p:stCondLst>
                          <p:cond delay="1200"/>
                        </p:stCondLst>
                      </p:cTn>
                      <p:tgtEl>
                        <p:spTgt spid="27"/>
                      </p:tgtEl>
                      <p:attrNameLst>
                        <p:attrName>ppt_x</p:attrName>
                      </p:attrNameLst>
                    </p:cBhvr>
                  </p:animMotion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1201"/>
                        </p:stCondLst>
                      </p:cTn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8" dur="1" fill="hold">
                        <p:stCondLst>
                          <p:cond delay="1500"/>
                        </p:stCondLst>
                      </p:cTn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Atendimento comple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504a036d-b5fa-4263-b97c-bd47f8dbaa8e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e8d66b8e-1e80-42b4-a240-86f2f72abda2"/>
          <p:cNvGrpSpPr/>
          <p:nvPr/>
        </p:nvGrpSpPr>
        <p:grpSpPr>
          <a:xfrm>
            <a:off x="457200" y="952500"/>
            <a:ext cx="6667500" cy="400050"/>
            <a:chOff x="457200" y="952500"/>
            <a:chExt cx="6667500" cy="400050"/>
          </a:xfrm>
        </p:grpSpPr>
        <p:sp>
          <p:nvSpPr>
            <p:cNvPr id="6" name="e8d66b8e-1e80-42b4-a240-86f2f72abda2"/>
            <p:cNvSpPr txBox="1"/>
            <p:nvPr/>
          </p:nvSpPr>
          <p:spPr>
            <a:xfrm>
              <a:off x="457200" y="952500"/>
              <a:ext cx="6667500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050" b="1">
                  <a:solidFill>
                    <a:srgbClr val="3E578D"/>
                  </a:solidFill>
                  <a:latin typeface="Futura Medium"/>
                </a:rPr>
                <a:t xml:space="preserve">Tudo certo. Atendimento confirmado!</a:t>
              </a:r>
              <a:endParaRPr lang="pt-BR"/>
            </a:p>
          </p:txBody>
        </p:sp>
      </p:grpSp>
      <p:grpSp>
        <p:nvGrpSpPr>
          <p:cNvPr id="7" name="8fe2bb67-3fa1-4702-bd99-1e65f65dbd9a"/>
          <p:cNvGrpSpPr/>
          <p:nvPr/>
        </p:nvGrpSpPr>
        <p:grpSpPr>
          <a:xfrm>
            <a:off x="457200" y="1619250"/>
            <a:ext cx="6667500" cy="266700"/>
            <a:chOff x="457200" y="1619250"/>
            <a:chExt cx="6667500" cy="266700"/>
          </a:xfrm>
        </p:grpSpPr>
        <p:sp>
          <p:nvSpPr>
            <p:cNvPr id="8" name="8fe2bb67-3fa1-4702-bd99-1e65f65dbd9a"/>
            <p:cNvSpPr txBox="1"/>
            <p:nvPr/>
          </p:nvSpPr>
          <p:spPr>
            <a:xfrm>
              <a:off x="457200" y="1619250"/>
              <a:ext cx="666750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5064AA"/>
                  </a:solidFill>
                  <a:latin typeface="Futura Medium"/>
                </a:rPr>
                <a:t xml:space="preserve">Você concluiu uma jornada com três telas conectadas.</a:t>
              </a:r>
              <a:endParaRPr lang="pt-BR"/>
            </a:p>
          </p:txBody>
        </p:sp>
      </p:grpSp>
      <p:grpSp>
        <p:nvGrpSpPr>
          <p:cNvPr id="9" name="73166c06-4cbf-48ee-8ac7-bc7300b007d0"/>
          <p:cNvGrpSpPr/>
          <p:nvPr/>
        </p:nvGrpSpPr>
        <p:grpSpPr>
          <a:xfrm>
            <a:off x="457200" y="2381250"/>
            <a:ext cx="2000250" cy="457200"/>
            <a:chOff x="457200" y="2381250"/>
            <a:chExt cx="2000250" cy="457200"/>
          </a:xfrm>
        </p:grpSpPr>
        <p:pic>
          <p:nvPicPr>
            <p:cNvPr id="10" name="/azul/botao_aux2_released.png"/>
            <p:cNvPicPr/>
            <p:nvPr/>
          </p:nvPicPr>
          <p:blipFill>
            <a:blip r:embed="rIdSkin10"/>
            <a:stretch>
              <a:fillRect/>
            </a:stretch>
          </p:blipFill>
          <p:spPr>
            <a:xfrm>
              <a:off x="457200" y="2381250"/>
              <a:ext cx="2000250" cy="457200"/>
            </a:xfrm>
            <a:prstGeom prst="rect">
              <a:avLst/>
            </a:prstGeom>
          </p:spPr>
        </p:pic>
        <p:sp>
          <p:nvSpPr>
            <p:cNvPr id="11" name="73166c06-4cbf-48ee-8ac7-bc7300b007d0"/>
            <p:cNvSpPr txBox="1"/>
            <p:nvPr/>
          </p:nvSpPr>
          <p:spPr>
            <a:xfrm>
              <a:off x="495300" y="2381250"/>
              <a:ext cx="192405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00FF00"/>
                  </a:solidFill>
                  <a:latin typeface="Futura Medium"/>
                </a:rPr>
                <a:t xml:space="preserve">Novo atendimento</a:t>
              </a:r>
              <a:endParaRPr lang="pt-BR"/>
            </a:p>
          </p:txBody>
        </p:sp>
      </p:grpSp>
      <p:sp>
        <p:nvSpPr>
          <p:cNvPr id="12" name="Cursor"/>
          <p:cNvSpPr txBox="1"/>
          <p:nvPr/>
        </p:nvSpPr>
        <p:spPr>
          <a:xfrm>
            <a:off x="0" y="0"/>
            <a:ext cx="114300" cy="171450"/>
          </a:xfrm>
          <a:prstGeom prst="rtTriangl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sp>
        <p:nvSpPr>
          <p:cNvPr id="13" name="Clique"/>
          <p:cNvSpPr txBox="1"/>
          <p:nvPr/>
        </p:nvSpPr>
        <p:spPr>
          <a:xfrm>
            <a:off x="1362075" y="2514600"/>
            <a:ext cx="266700" cy="266700"/>
          </a:xfrm>
          <a:prstGeom prst="ellipse">
            <a:avLst/>
          </a:prstGeom>
          <a:noFill/>
          <a:ln w="9525">
            <a:solidFill>
              <a:srgbClr val="F59E0B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</p:spTree>
  </p:cSld>
  <p:clrMapOvr>
    <a:masterClrMapping/>
  </p:clrMapOvr>
  <p:transition spd="fast" p14:dur="300" advClick="0" advTm="1700">
    <p:fade/>
  </p:transition>
  <p:timing>
    <p:tnLst>
      <p:par>
        <p:cTn id="1" dur="indefinite" restart="never" nodeType="tmRoot">
          <p:childTnLst>
            <p:par>
              <p:cTn id="2" dur="indefinite" fill="hold">
                <p:stCondLst>
                  <p:cond delay="0"/>
                </p:stCondLst>
                <p:childTnLst>
                  <p:animMotion origin="layout" path="M 0.0000000 0.0000000 L 0.1912500 0.4281250 E" pathEditMode="relative">
                    <p:cBhvr>
                      <p:cTn id="4" dur="500" fill="hold">
                        <p:stCondLst>
                          <p:cond delay="700"/>
                        </p:stCondLst>
                      </p:cTn>
                      <p:tgtEl>
                        <p:spTgt spid="12"/>
                      </p:tgtEl>
                      <p:attrNameLst>
                        <p:attrName>ppt_x</p:attrName>
                      </p:attrNameLst>
                    </p:cBhvr>
                  </p:animMotion>
                  <p:animMotion origin="layout" path="M 0.1912500 0.4281250 L 0.1912500 0.4281250 E" pathEditMode="relative">
                    <p:cBhvr>
                      <p:cTn id="5" dur="1" fill="hold">
                        <p:stCondLst>
                          <p:cond delay="1200"/>
                        </p:stCondLst>
                      </p:cTn>
                      <p:tgtEl>
                        <p:spTgt spid="12"/>
                      </p:tgtEl>
                      <p:attrNameLst>
                        <p:attrName>ppt_x</p:attrName>
                      </p:attrNameLst>
                    </p:cBhvr>
                  </p:animMotion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1201"/>
                        </p:stCondLst>
                      </p:cTn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8" dur="1" fill="hold">
                        <p:stCondLst>
                          <p:cond delay="1500"/>
                        </p:stCondLst>
                      </p:cTn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Atendimento comple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504a036d-b5fa-4263-b97c-bd47f8dbaa8e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774910c1-73c7-408a-afbe-a44c2509c5f8"/>
          <p:cNvGrpSpPr/>
          <p:nvPr/>
        </p:nvGrpSpPr>
        <p:grpSpPr>
          <a:xfrm>
            <a:off x="457200" y="457200"/>
            <a:ext cx="6477000" cy="381000"/>
            <a:chOff x="457200" y="457200"/>
            <a:chExt cx="6477000" cy="381000"/>
          </a:xfrm>
        </p:grpSpPr>
        <p:sp>
          <p:nvSpPr>
            <p:cNvPr id="6" name="774910c1-73c7-408a-afbe-a44c2509c5f8"/>
            <p:cNvSpPr txBox="1"/>
            <p:nvPr/>
          </p:nvSpPr>
          <p:spPr>
            <a:xfrm>
              <a:off x="457200" y="457200"/>
              <a:ext cx="6477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050" b="1">
                  <a:solidFill>
                    <a:srgbClr val="3E578D"/>
                  </a:solidFill>
                  <a:latin typeface="Futura Medium"/>
                </a:rPr>
                <a:t xml:space="preserve">Vamos começar seu atendimento</a:t>
              </a:r>
              <a:endParaRPr lang="pt-BR"/>
            </a:p>
          </p:txBody>
        </p:sp>
      </p:grpSp>
      <p:grpSp>
        <p:nvGrpSpPr>
          <p:cNvPr id="7" name="8e7a2012-c849-42dd-980d-c314162aa57a"/>
          <p:cNvGrpSpPr/>
          <p:nvPr/>
        </p:nvGrpSpPr>
        <p:grpSpPr>
          <a:xfrm>
            <a:off x="457200" y="1028700"/>
            <a:ext cx="6667500" cy="247650"/>
            <a:chOff x="457200" y="1028700"/>
            <a:chExt cx="6667500" cy="247650"/>
          </a:xfrm>
        </p:grpSpPr>
        <p:sp>
          <p:nvSpPr>
            <p:cNvPr id="8" name="8e7a2012-c849-42dd-980d-c314162aa57a"/>
            <p:cNvSpPr txBox="1"/>
            <p:nvPr/>
          </p:nvSpPr>
          <p:spPr>
            <a:xfrm>
              <a:off x="457200" y="1028700"/>
              <a:ext cx="6667500" cy="247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5064AA"/>
                  </a:solidFill>
                  <a:latin typeface="Futura Medium"/>
                </a:rPr>
                <a:t xml:space="preserve">Informe seu número para seguir com a jornada.</a:t>
              </a:r>
              <a:endParaRPr lang="pt-BR"/>
            </a:p>
          </p:txBody>
        </p:sp>
      </p:grpSp>
      <p:grpSp>
        <p:nvGrpSpPr>
          <p:cNvPr id="9" name="4a548f19-1cb4-48df-b64a-457905654b33"/>
          <p:cNvGrpSpPr/>
          <p:nvPr/>
        </p:nvGrpSpPr>
        <p:grpSpPr>
          <a:xfrm>
            <a:off x="457200" y="1714500"/>
            <a:ext cx="3333750" cy="419100"/>
            <a:chOff x="457200" y="1714500"/>
            <a:chExt cx="3333750" cy="419100"/>
          </a:xfrm>
        </p:grpSpPr>
        <p:sp>
          <p:nvSpPr>
            <p:cNvPr id="10" name="4a548f19-1cb4-48df-b64a-457905654b33"/>
            <p:cNvSpPr txBox="1"/>
            <p:nvPr/>
          </p:nvSpPr>
          <p:spPr>
            <a:xfrm>
              <a:off x="457200" y="1714500"/>
              <a:ext cx="3333750" cy="41910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1" name="4a548f19-1cb4-48df-b64a-457905654b33"/>
            <p:cNvSpPr txBox="1"/>
            <p:nvPr/>
          </p:nvSpPr>
          <p:spPr>
            <a:xfrm>
              <a:off x="457200" y="1714500"/>
              <a:ext cx="3333750" cy="419100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2" name="4a548f19-1cb4-48df-b64a-457905654b33"/>
            <p:cNvSpPr txBox="1"/>
            <p:nvPr/>
          </p:nvSpPr>
          <p:spPr>
            <a:xfrm>
              <a:off x="514350" y="1714500"/>
              <a:ext cx="3219450" cy="4191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pt-BR" sz="900">
                  <a:solidFill>
                    <a:srgbClr val="00000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13" name="3fee8196-c511-45a3-8c76-96dc4760b132"/>
          <p:cNvGrpSpPr/>
          <p:nvPr/>
        </p:nvGrpSpPr>
        <p:grpSpPr>
          <a:xfrm>
            <a:off x="4762500" y="1619250"/>
            <a:ext cx="2190750" cy="2571750"/>
            <a:chOff x="4762500" y="1619250"/>
            <a:chExt cx="2190750" cy="2571750"/>
          </a:xfrm>
        </p:grpSpPr>
        <p:pic>
          <p:nvPicPr>
            <p:cNvPr id="14" name="/azul/botao_released.png"/>
            <p:cNvPicPr/>
            <p:nvPr/>
          </p:nvPicPr>
          <p:blipFill>
            <a:blip r:embed="rIdSkin14"/>
            <a:stretch>
              <a:fillRect/>
            </a:stretch>
          </p:blipFill>
          <p:spPr>
            <a:xfrm>
              <a:off x="4810125" y="1647825"/>
              <a:ext cx="561975" cy="381000"/>
            </a:xfrm>
            <a:prstGeom prst="rect">
              <a:avLst/>
            </a:prstGeom>
          </p:spPr>
        </p:pic>
        <p:sp>
          <p:nvSpPr>
            <p:cNvPr id="15" name="3fee8196-c511-45a3-8c76-96dc4760b132"/>
            <p:cNvSpPr txBox="1"/>
            <p:nvPr/>
          </p:nvSpPr>
          <p:spPr>
            <a:xfrm>
              <a:off x="4848225" y="16478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7</a:t>
              </a:r>
              <a:endParaRPr lang="pt-BR"/>
            </a:p>
          </p:txBody>
        </p:sp>
        <p:pic>
          <p:nvPicPr>
            <p:cNvPr id="16" name="/azul/botao_released.png"/>
            <p:cNvPicPr/>
            <p:nvPr/>
          </p:nvPicPr>
          <p:blipFill>
            <a:blip r:embed="rIdSkin16"/>
            <a:stretch>
              <a:fillRect/>
            </a:stretch>
          </p:blipFill>
          <p:spPr>
            <a:xfrm>
              <a:off x="5457825" y="1647825"/>
              <a:ext cx="561975" cy="381000"/>
            </a:xfrm>
            <a:prstGeom prst="rect">
              <a:avLst/>
            </a:prstGeom>
          </p:spPr>
        </p:pic>
        <p:sp>
          <p:nvSpPr>
            <p:cNvPr id="17" name="3fee8196-c511-45a3-8c76-96dc4760b132"/>
            <p:cNvSpPr txBox="1"/>
            <p:nvPr/>
          </p:nvSpPr>
          <p:spPr>
            <a:xfrm>
              <a:off x="5495925" y="16478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8</a:t>
              </a:r>
              <a:endParaRPr lang="pt-BR"/>
            </a:p>
          </p:txBody>
        </p:sp>
        <p:pic>
          <p:nvPicPr>
            <p:cNvPr id="18" name="/azul/botao_released.png"/>
            <p:cNvPicPr/>
            <p:nvPr/>
          </p:nvPicPr>
          <p:blipFill>
            <a:blip r:embed="rIdSkin18"/>
            <a:stretch>
              <a:fillRect/>
            </a:stretch>
          </p:blipFill>
          <p:spPr>
            <a:xfrm>
              <a:off x="6105525" y="1647825"/>
              <a:ext cx="561975" cy="381000"/>
            </a:xfrm>
            <a:prstGeom prst="rect">
              <a:avLst/>
            </a:prstGeom>
          </p:spPr>
        </p:pic>
        <p:sp>
          <p:nvSpPr>
            <p:cNvPr id="19" name="3fee8196-c511-45a3-8c76-96dc4760b132"/>
            <p:cNvSpPr txBox="1"/>
            <p:nvPr/>
          </p:nvSpPr>
          <p:spPr>
            <a:xfrm>
              <a:off x="6143625" y="16478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9</a:t>
              </a:r>
              <a:endParaRPr lang="pt-BR"/>
            </a:p>
          </p:txBody>
        </p:sp>
        <p:pic>
          <p:nvPicPr>
            <p:cNvPr id="20" name="/azul/botao_released.png"/>
            <p:cNvPicPr/>
            <p:nvPr/>
          </p:nvPicPr>
          <p:blipFill>
            <a:blip r:embed="rIdSkin20"/>
            <a:stretch>
              <a:fillRect/>
            </a:stretch>
          </p:blipFill>
          <p:spPr>
            <a:xfrm>
              <a:off x="4810125" y="2057400"/>
              <a:ext cx="561975" cy="381000"/>
            </a:xfrm>
            <a:prstGeom prst="rect">
              <a:avLst/>
            </a:prstGeom>
          </p:spPr>
        </p:pic>
        <p:sp>
          <p:nvSpPr>
            <p:cNvPr id="21" name="3fee8196-c511-45a3-8c76-96dc4760b132"/>
            <p:cNvSpPr txBox="1"/>
            <p:nvPr/>
          </p:nvSpPr>
          <p:spPr>
            <a:xfrm>
              <a:off x="4848225" y="205740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4</a:t>
              </a:r>
              <a:endParaRPr lang="pt-BR"/>
            </a:p>
          </p:txBody>
        </p:sp>
        <p:pic>
          <p:nvPicPr>
            <p:cNvPr id="22" name="/azul/botao_released.png"/>
            <p:cNvPicPr/>
            <p:nvPr/>
          </p:nvPicPr>
          <p:blipFill>
            <a:blip r:embed="rIdSkin22"/>
            <a:stretch>
              <a:fillRect/>
            </a:stretch>
          </p:blipFill>
          <p:spPr>
            <a:xfrm>
              <a:off x="5457825" y="2057400"/>
              <a:ext cx="561975" cy="381000"/>
            </a:xfrm>
            <a:prstGeom prst="rect">
              <a:avLst/>
            </a:prstGeom>
          </p:spPr>
        </p:pic>
        <p:sp>
          <p:nvSpPr>
            <p:cNvPr id="23" name="3fee8196-c511-45a3-8c76-96dc4760b132"/>
            <p:cNvSpPr txBox="1"/>
            <p:nvPr/>
          </p:nvSpPr>
          <p:spPr>
            <a:xfrm>
              <a:off x="5495925" y="205740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5</a:t>
              </a:r>
              <a:endParaRPr lang="pt-BR"/>
            </a:p>
          </p:txBody>
        </p:sp>
        <p:pic>
          <p:nvPicPr>
            <p:cNvPr id="24" name="/azul/botao_released.png"/>
            <p:cNvPicPr/>
            <p:nvPr/>
          </p:nvPicPr>
          <p:blipFill>
            <a:blip r:embed="rIdSkin24"/>
            <a:stretch>
              <a:fillRect/>
            </a:stretch>
          </p:blipFill>
          <p:spPr>
            <a:xfrm>
              <a:off x="6105525" y="2057400"/>
              <a:ext cx="561975" cy="381000"/>
            </a:xfrm>
            <a:prstGeom prst="rect">
              <a:avLst/>
            </a:prstGeom>
          </p:spPr>
        </p:pic>
        <p:sp>
          <p:nvSpPr>
            <p:cNvPr id="25" name="3fee8196-c511-45a3-8c76-96dc4760b132"/>
            <p:cNvSpPr txBox="1"/>
            <p:nvPr/>
          </p:nvSpPr>
          <p:spPr>
            <a:xfrm>
              <a:off x="6143625" y="205740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6</a:t>
              </a:r>
              <a:endParaRPr lang="pt-BR"/>
            </a:p>
          </p:txBody>
        </p:sp>
        <p:pic>
          <p:nvPicPr>
            <p:cNvPr id="26" name="/azul/botao_released.png"/>
            <p:cNvPicPr/>
            <p:nvPr/>
          </p:nvPicPr>
          <p:blipFill>
            <a:blip r:embed="rIdSkin26"/>
            <a:stretch>
              <a:fillRect/>
            </a:stretch>
          </p:blipFill>
          <p:spPr>
            <a:xfrm>
              <a:off x="4810125" y="2457450"/>
              <a:ext cx="561975" cy="381000"/>
            </a:xfrm>
            <a:prstGeom prst="rect">
              <a:avLst/>
            </a:prstGeom>
          </p:spPr>
        </p:pic>
        <p:sp>
          <p:nvSpPr>
            <p:cNvPr id="27" name="3fee8196-c511-45a3-8c76-96dc4760b132"/>
            <p:cNvSpPr txBox="1"/>
            <p:nvPr/>
          </p:nvSpPr>
          <p:spPr>
            <a:xfrm>
              <a:off x="4848225" y="245745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1</a:t>
              </a:r>
              <a:endParaRPr lang="pt-BR"/>
            </a:p>
          </p:txBody>
        </p:sp>
        <p:pic>
          <p:nvPicPr>
            <p:cNvPr id="28" name="/azul/botao_released.png"/>
            <p:cNvPicPr/>
            <p:nvPr/>
          </p:nvPicPr>
          <p:blipFill>
            <a:blip r:embed="rIdSkin28"/>
            <a:stretch>
              <a:fillRect/>
            </a:stretch>
          </p:blipFill>
          <p:spPr>
            <a:xfrm>
              <a:off x="5457825" y="2457450"/>
              <a:ext cx="561975" cy="381000"/>
            </a:xfrm>
            <a:prstGeom prst="rect">
              <a:avLst/>
            </a:prstGeom>
          </p:spPr>
        </p:pic>
        <p:sp>
          <p:nvSpPr>
            <p:cNvPr id="29" name="3fee8196-c511-45a3-8c76-96dc4760b132"/>
            <p:cNvSpPr txBox="1"/>
            <p:nvPr/>
          </p:nvSpPr>
          <p:spPr>
            <a:xfrm>
              <a:off x="5495925" y="245745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2</a:t>
              </a:r>
              <a:endParaRPr lang="pt-BR"/>
            </a:p>
          </p:txBody>
        </p:sp>
        <p:pic>
          <p:nvPicPr>
            <p:cNvPr id="30" name="/azul/botao_released.png"/>
            <p:cNvPicPr/>
            <p:nvPr/>
          </p:nvPicPr>
          <p:blipFill>
            <a:blip r:embed="rIdSkin30"/>
            <a:stretch>
              <a:fillRect/>
            </a:stretch>
          </p:blipFill>
          <p:spPr>
            <a:xfrm>
              <a:off x="6105525" y="2457450"/>
              <a:ext cx="561975" cy="381000"/>
            </a:xfrm>
            <a:prstGeom prst="rect">
              <a:avLst/>
            </a:prstGeom>
          </p:spPr>
        </p:pic>
        <p:sp>
          <p:nvSpPr>
            <p:cNvPr id="31" name="3fee8196-c511-45a3-8c76-96dc4760b132"/>
            <p:cNvSpPr txBox="1"/>
            <p:nvPr/>
          </p:nvSpPr>
          <p:spPr>
            <a:xfrm>
              <a:off x="6143625" y="2457450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3</a:t>
              </a:r>
              <a:endParaRPr lang="pt-BR"/>
            </a:p>
          </p:txBody>
        </p:sp>
        <p:pic>
          <p:nvPicPr>
            <p:cNvPr id="32" name="/azul/botao_released.png"/>
            <p:cNvPicPr/>
            <p:nvPr/>
          </p:nvPicPr>
          <p:blipFill>
            <a:blip r:embed="rIdSkin32"/>
            <a:stretch>
              <a:fillRect/>
            </a:stretch>
          </p:blipFill>
          <p:spPr>
            <a:xfrm>
              <a:off x="4810125" y="2867025"/>
              <a:ext cx="561975" cy="381000"/>
            </a:xfrm>
            <a:prstGeom prst="rect">
              <a:avLst/>
            </a:prstGeom>
          </p:spPr>
        </p:pic>
        <p:sp>
          <p:nvSpPr>
            <p:cNvPr id="33" name="3fee8196-c511-45a3-8c76-96dc4760b132"/>
            <p:cNvSpPr txBox="1"/>
            <p:nvPr/>
          </p:nvSpPr>
          <p:spPr>
            <a:xfrm>
              <a:off x="4848225" y="28670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&lt;</a:t>
              </a:r>
              <a:endParaRPr lang="pt-BR"/>
            </a:p>
          </p:txBody>
        </p:sp>
        <p:pic>
          <p:nvPicPr>
            <p:cNvPr id="34" name="/azul/botao_released.png"/>
            <p:cNvPicPr/>
            <p:nvPr/>
          </p:nvPicPr>
          <p:blipFill>
            <a:blip r:embed="rIdSkin34"/>
            <a:stretch>
              <a:fillRect/>
            </a:stretch>
          </p:blipFill>
          <p:spPr>
            <a:xfrm>
              <a:off x="5457825" y="2867025"/>
              <a:ext cx="561975" cy="381000"/>
            </a:xfrm>
            <a:prstGeom prst="rect">
              <a:avLst/>
            </a:prstGeom>
          </p:spPr>
        </p:pic>
        <p:sp>
          <p:nvSpPr>
            <p:cNvPr id="35" name="3fee8196-c511-45a3-8c76-96dc4760b132"/>
            <p:cNvSpPr txBox="1"/>
            <p:nvPr/>
          </p:nvSpPr>
          <p:spPr>
            <a:xfrm>
              <a:off x="5495925" y="28670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0</a:t>
              </a:r>
              <a:endParaRPr lang="pt-BR"/>
            </a:p>
          </p:txBody>
        </p:sp>
        <p:pic>
          <p:nvPicPr>
            <p:cNvPr id="36" name="/azul/botao_released.png"/>
            <p:cNvPicPr/>
            <p:nvPr/>
          </p:nvPicPr>
          <p:blipFill>
            <a:blip r:embed="rIdSkin36"/>
            <a:stretch>
              <a:fillRect/>
            </a:stretch>
          </p:blipFill>
          <p:spPr>
            <a:xfrm>
              <a:off x="6105525" y="2867025"/>
              <a:ext cx="561975" cy="381000"/>
            </a:xfrm>
            <a:prstGeom prst="rect">
              <a:avLst/>
            </a:prstGeom>
          </p:spPr>
        </p:pic>
        <p:sp>
          <p:nvSpPr>
            <p:cNvPr id="37" name="3fee8196-c511-45a3-8c76-96dc4760b132"/>
            <p:cNvSpPr txBox="1"/>
            <p:nvPr/>
          </p:nvSpPr>
          <p:spPr>
            <a:xfrm>
              <a:off x="6143625" y="2867025"/>
              <a:ext cx="485775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1800" b="1">
                  <a:solidFill>
                    <a:srgbClr val="FFFFFF"/>
                  </a:solidFill>
                  <a:latin typeface="Futura Medium"/>
                </a:rPr>
                <a:t xml:space="preserve">&gt;</a:t>
              </a:r>
              <a:endParaRPr lang="pt-BR"/>
            </a:p>
          </p:txBody>
        </p:sp>
        <p:pic>
          <p:nvPicPr>
            <p:cNvPr id="38" name="/azul/botao_aux1_released.png"/>
            <p:cNvPicPr/>
            <p:nvPr/>
          </p:nvPicPr>
          <p:blipFill>
            <a:blip r:embed="rIdSkin38"/>
            <a:stretch>
              <a:fillRect/>
            </a:stretch>
          </p:blipFill>
          <p:spPr>
            <a:xfrm>
              <a:off x="4810125" y="3267075"/>
              <a:ext cx="876300" cy="438150"/>
            </a:xfrm>
            <a:prstGeom prst="rect">
              <a:avLst/>
            </a:prstGeom>
          </p:spPr>
        </p:pic>
        <p:sp>
          <p:nvSpPr>
            <p:cNvPr id="39" name="3fee8196-c511-45a3-8c76-96dc4760b132"/>
            <p:cNvSpPr txBox="1"/>
            <p:nvPr/>
          </p:nvSpPr>
          <p:spPr>
            <a:xfrm>
              <a:off x="4848225" y="3267075"/>
              <a:ext cx="800100" cy="438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FFFFFF"/>
                  </a:solidFill>
                  <a:latin typeface="Futura Medium"/>
                </a:rPr>
                <a:t xml:space="preserve">TAB</a:t>
              </a:r>
              <a:endParaRPr lang="pt-BR"/>
            </a:p>
          </p:txBody>
        </p:sp>
        <p:pic>
          <p:nvPicPr>
            <p:cNvPr id="40" name="/azul/botao_aux1_released.png"/>
            <p:cNvPicPr/>
            <p:nvPr/>
          </p:nvPicPr>
          <p:blipFill>
            <a:blip r:embed="rIdSkin40"/>
            <a:stretch>
              <a:fillRect/>
            </a:stretch>
          </p:blipFill>
          <p:spPr>
            <a:xfrm>
              <a:off x="5829300" y="3267075"/>
              <a:ext cx="876300" cy="438150"/>
            </a:xfrm>
            <a:prstGeom prst="rect">
              <a:avLst/>
            </a:prstGeom>
          </p:spPr>
        </p:pic>
        <p:sp>
          <p:nvSpPr>
            <p:cNvPr id="41" name="3fee8196-c511-45a3-8c76-96dc4760b132"/>
            <p:cNvSpPr txBox="1"/>
            <p:nvPr/>
          </p:nvSpPr>
          <p:spPr>
            <a:xfrm>
              <a:off x="5867400" y="3267075"/>
              <a:ext cx="800100" cy="438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FFFFFF"/>
                  </a:solidFill>
                  <a:latin typeface="Futura Medium"/>
                </a:rPr>
                <a:t xml:space="preserve">LIMPAR</a:t>
              </a:r>
              <a:endParaRPr lang="pt-BR"/>
            </a:p>
          </p:txBody>
        </p:sp>
      </p:grpSp>
      <p:grpSp>
        <p:nvGrpSpPr>
          <p:cNvPr id="42" name="dc73846c-544f-4e31-9b73-aed922cf0e33"/>
          <p:cNvGrpSpPr/>
          <p:nvPr/>
        </p:nvGrpSpPr>
        <p:grpSpPr>
          <a:xfrm>
            <a:off x="457200" y="2457450"/>
            <a:ext cx="1809750" cy="457200"/>
            <a:chOff x="457200" y="2457450"/>
            <a:chExt cx="1809750" cy="457200"/>
          </a:xfrm>
        </p:grpSpPr>
        <p:pic>
          <p:nvPicPr>
            <p:cNvPr id="43" name="/azul/botao_aux2_released.png"/>
            <p:cNvPicPr/>
            <p:nvPr/>
          </p:nvPicPr>
          <p:blipFill>
            <a:blip r:embed="rIdSkin43"/>
            <a:stretch>
              <a:fillRect/>
            </a:stretch>
          </p:blipFill>
          <p:spPr>
            <a:xfrm>
              <a:off x="457200" y="2457450"/>
              <a:ext cx="1809750" cy="457200"/>
            </a:xfrm>
            <a:prstGeom prst="rect">
              <a:avLst/>
            </a:prstGeom>
          </p:spPr>
        </p:pic>
        <p:sp>
          <p:nvSpPr>
            <p:cNvPr id="44" name="dc73846c-544f-4e31-9b73-aed922cf0e33"/>
            <p:cNvSpPr txBox="1"/>
            <p:nvPr/>
          </p:nvSpPr>
          <p:spPr>
            <a:xfrm>
              <a:off x="495300" y="2457450"/>
              <a:ext cx="173355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00FF00"/>
                  </a:solidFill>
                  <a:latin typeface="Futura Medium"/>
                </a:rPr>
                <a:t xml:space="preserve">Continuar</a:t>
              </a:r>
              <a:endParaRPr lang="pt-BR"/>
            </a:p>
          </p:txBody>
        </p:sp>
      </p:grpSp>
      <p:sp>
        <p:nvSpPr>
          <p:cNvPr id="45" name="Cursor"/>
          <p:cNvSpPr txBox="1"/>
          <p:nvPr/>
        </p:nvSpPr>
        <p:spPr>
          <a:xfrm>
            <a:off x="0" y="0"/>
            <a:ext cx="114300" cy="171450"/>
          </a:xfrm>
          <a:prstGeom prst="rtTriangl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</p:spTree>
  </p:cSld>
  <p:clrMapOvr>
    <a:masterClrMapping/>
  </p:clrMapOvr>
  <p:transition spd="fast" p14:dur="300" advClick="0" advTm="10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Demonstração concluí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457200"/>
            <a:ext cx="6705600" cy="5715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2100" b="1">
                <a:solidFill>
                  <a:srgbClr val="0F172A"/>
                </a:solidFill>
                <a:latin typeface="Arial"/>
              </a:rPr>
              <a:t xml:space="preserve">Demonstração concluída</a:t>
            </a:r>
            <a:endParaRPr lang="pt-BR"/>
          </a:p>
        </p:txBody>
      </p:sp>
      <p:sp>
        <p:nvSpPr>
          <p:cNvPr id="4" name="Descrição"/>
          <p:cNvSpPr txBox="1"/>
          <p:nvPr/>
        </p:nvSpPr>
        <p:spPr>
          <a:xfrm>
            <a:off x="457200" y="1066800"/>
            <a:ext cx="67056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125">
                <a:solidFill>
                  <a:srgbClr val="64748B"/>
                </a:solidFill>
                <a:latin typeface="Arial"/>
              </a:rPr>
              <a:t xml:space="preserve">Escolha um percurso para conhecer a jornada.</a:t>
            </a:r>
            <a:endParaRPr lang="pt-BR"/>
          </a:p>
        </p:txBody>
      </p:sp>
      <p:sp>
        <p:nvSpPr>
          <p:cNvPr id="5" name="Repetir demonstração">
            <a:hlinkClick r:id="rIdLink6" action="ppaction://hlinksldjump"/>
          </p:cNvPr>
          <p:cNvSpPr txBox="1"/>
          <p:nvPr/>
        </p:nvSpPr>
        <p:spPr>
          <a:xfrm>
            <a:off x="457200" y="1714500"/>
            <a:ext cx="6705600" cy="457200"/>
          </a:xfrm>
          <a:prstGeom prst="rect">
            <a:avLst/>
          </a:prstGeom>
          <a:solidFill>
            <a:srgbClr val="EFF6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350" b="1">
                <a:solidFill>
                  <a:srgbClr val="1D4ED8"/>
                </a:solidFill>
                <a:latin typeface="Arial"/>
              </a:rPr>
              <a:t xml:space="preserve">Repetir demonstração</a:t>
            </a:r>
            <a:endParaRPr lang="pt-BR"/>
          </a:p>
        </p:txBody>
      </p:sp>
      <p:sp>
        <p:nvSpPr>
          <p:cNvPr id="7" name="Voltar ao menu">
            <a:hlinkClick r:id="rIdLink8" action="ppaction://hlinksldjump"/>
          </p:cNvPr>
          <p:cNvSpPr txBox="1"/>
          <p:nvPr/>
        </p:nvSpPr>
        <p:spPr>
          <a:xfrm>
            <a:off x="457200" y="2324100"/>
            <a:ext cx="6705600" cy="457200"/>
          </a:xfrm>
          <a:prstGeom prst="rect">
            <a:avLst/>
          </a:prstGeom>
          <a:solidFill>
            <a:srgbClr val="EFF6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350" b="1">
                <a:solidFill>
                  <a:srgbClr val="1D4ED8"/>
                </a:solidFill>
                <a:latin typeface="Arial"/>
              </a:rPr>
              <a:t xml:space="preserve">Voltar ao menu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theme/theme1.xml><?xml version="1.0" encoding="utf-8"?>
<a:theme xmlns:a="http://schemas.openxmlformats.org/drawingml/2006/main" name="Jornada">
  <a:themeElements>
    <a:clrScheme name="Jornada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D9488"/>
      </a:accent2>
      <a:accent3>
        <a:srgbClr val="F59E0B"/>
      </a:accent3>
      <a:accent4>
        <a:srgbClr val="7C3AED"/>
      </a:accent4>
      <a:accent5>
        <a:srgbClr val="E11D48"/>
      </a:accent5>
      <a:accent6>
        <a:srgbClr val="64748B"/>
      </a:accent6>
      <a:hlink>
        <a:srgbClr val="2563EB"/>
      </a:hlink>
      <a:folHlink>
        <a:srgbClr val="7C3AED"/>
      </a:folHlink>
    </a:clrScheme>
    <a:fontScheme name="Jornad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Jornad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