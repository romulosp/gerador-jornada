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Presentation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sldMasterIdLst>
    <p:sldMasterId id="2147483648" r:id="rIdMaster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</p:sldIdLst>
  <p:sldSz cx="7620000" cy="6096000" type="custom"/>
  <p:notesSz cx="6858000" cy="9144000"/>
  <p:defaultTextStyle/>
</p:presentation>
</file>

<file path=ppt/_rels/presentation.xml.rels><?xml version="1.0" encoding="UTF-8"?><Relationships xmlns="http://schemas.openxmlformats.org/package/2006/relationships"><Relationship Id="rIdMaster" Type="http://schemas.openxmlformats.org/officeDocument/2006/relationships/slideMaster" Target="slideMasters/slide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/Relationships>
</file>

<file path=ppt/slideLayouts/_rels/slideLayout1.xml.rels><?xml version="1.0" encoding="UTF-8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 type="blank" preserve="1">
  <p:cSld name="Tela 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Layout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Link6" Type="http://schemas.openxmlformats.org/officeDocument/2006/relationships/slide" Target="slide2.xml"/><Relationship Id="rIdLink8" Type="http://schemas.openxmlformats.org/officeDocument/2006/relationships/slide" Target="slide6.xml"/></Relationships>
</file>

<file path=ppt/slides/_rels/slide2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e74b9a2d-1424-4548-911c-33575529434a.jpg"/><Relationship Id="rIdLink37" Type="http://schemas.openxmlformats.org/officeDocument/2006/relationships/slide" Target="slide3.xml"/><Relationship Id="rIdImage58" Type="http://schemas.openxmlformats.org/officeDocument/2006/relationships/image" Target="../media/3f0ad350-5918-4ebe-9eda-96160b270701.png"/><Relationship Id="rIdLink61" Type="http://schemas.openxmlformats.org/officeDocument/2006/relationships/slide" Target="slide1.xml"/></Relationships>
</file>

<file path=ppt/slides/_rels/slide3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e74b9a2d-1424-4548-911c-33575529434a.jpg"/><Relationship Id="rIdLink18" Type="http://schemas.openxmlformats.org/officeDocument/2006/relationships/slide" Target="slide4.xml"/><Relationship Id="rIdLink23" Type="http://schemas.openxmlformats.org/officeDocument/2006/relationships/slide" Target="slide1.xml"/></Relationships>
</file>

<file path=ppt/slides/_rels/slide4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e74b9a2d-1424-4548-911c-33575529434a.jpg"/><Relationship Id="rIdLink9" Type="http://schemas.openxmlformats.org/officeDocument/2006/relationships/slide" Target="slide2.xml"/><Relationship Id="rIdLink14" Type="http://schemas.openxmlformats.org/officeDocument/2006/relationships/slide" Target="slide1.xml"/></Relationships>
</file>

<file path=ppt/slides/_rels/slide5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e74b9a2d-1424-4548-911c-33575529434a.jpg"/><Relationship Id="rIdLink21" Type="http://schemas.openxmlformats.org/officeDocument/2006/relationships/slide" Target="slide1.xml"/></Relationships>
</file>

<file path=ppt/slides/_rels/slide6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e74b9a2d-1424-4548-911c-33575529434a.jpg"/><Relationship Id="rIdImage57" Type="http://schemas.openxmlformats.org/officeDocument/2006/relationships/image" Target="../media/3f0ad350-5918-4ebe-9eda-96160b270701.png"/></Relationships>
</file>

<file path=ppt/slides/_rels/slide7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e74b9a2d-1424-4548-911c-33575529434a.jpg"/></Relationships>
</file>

<file path=ppt/slides/_rels/slide8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e74b9a2d-1424-4548-911c-33575529434a.jpg"/></Relationships>
</file>

<file path=ppt/slides/_rels/slide9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e74b9a2d-1424-4548-911c-33575529434a.jpg"/><Relationship Id="rIdImage57" Type="http://schemas.openxmlformats.org/officeDocument/2006/relationships/image" Target="../media/3f0ad350-5918-4ebe-9eda-96160b270701.png"/></Relationships>
</file>

<file path=ppt/slides/_rels/slide10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Link6" Type="http://schemas.openxmlformats.org/officeDocument/2006/relationships/slide" Target="slide6.xml"/><Relationship Id="rIdLink8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Jornada de atendimen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457200"/>
            <a:ext cx="6705600" cy="5715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2100" b="1">
                <a:solidFill>
                  <a:srgbClr val="0F172A"/>
                </a:solidFill>
                <a:latin typeface="Arial"/>
              </a:rPr>
              <a:t xml:space="preserve">Jornada de atendimento</a:t>
            </a:r>
            <a:endParaRPr lang="pt-BR"/>
          </a:p>
        </p:txBody>
      </p:sp>
      <p:sp>
        <p:nvSpPr>
          <p:cNvPr id="4" name="Descrição"/>
          <p:cNvSpPr txBox="1"/>
          <p:nvPr/>
        </p:nvSpPr>
        <p:spPr>
          <a:xfrm>
            <a:off x="457200" y="1066800"/>
            <a:ext cx="67056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125">
                <a:solidFill>
                  <a:srgbClr val="64748B"/>
                </a:solidFill>
                <a:latin typeface="Arial"/>
              </a:rPr>
              <a:t xml:space="preserve">Escolha um percurso para conhecer a jornada.</a:t>
            </a:r>
            <a:endParaRPr lang="pt-BR"/>
          </a:p>
        </p:txBody>
      </p:sp>
      <p:sp>
        <p:nvSpPr>
          <p:cNvPr id="5" name="Explorar a jornada">
            <a:hlinkClick r:id="rIdLink6" action="ppaction://hlinksldjump"/>
          </p:cNvPr>
          <p:cNvSpPr txBox="1"/>
          <p:nvPr/>
        </p:nvSpPr>
        <p:spPr>
          <a:xfrm>
            <a:off x="457200" y="1714500"/>
            <a:ext cx="6705600" cy="457200"/>
          </a:xfrm>
          <a:prstGeom prst="rect">
            <a:avLst/>
          </a:prstGeom>
          <a:solidFill>
            <a:srgbClr val="EFF6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350" b="1">
                <a:solidFill>
                  <a:srgbClr val="1D4ED8"/>
                </a:solidFill>
                <a:latin typeface="Arial"/>
              </a:rPr>
              <a:t xml:space="preserve">Explorar a jornada</a:t>
            </a:r>
            <a:endParaRPr lang="pt-BR"/>
          </a:p>
        </p:txBody>
      </p:sp>
      <p:sp>
        <p:nvSpPr>
          <p:cNvPr id="7" name="Demonstração: Atendimento completo">
            <a:hlinkClick r:id="rIdLink8" action="ppaction://hlinksldjump"/>
          </p:cNvPr>
          <p:cNvSpPr txBox="1"/>
          <p:nvPr/>
        </p:nvSpPr>
        <p:spPr>
          <a:xfrm>
            <a:off x="457200" y="2324100"/>
            <a:ext cx="6705600" cy="457200"/>
          </a:xfrm>
          <a:prstGeom prst="rect">
            <a:avLst/>
          </a:prstGeom>
          <a:solidFill>
            <a:srgbClr val="EFF6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350" b="1">
                <a:solidFill>
                  <a:srgbClr val="1D4ED8"/>
                </a:solidFill>
                <a:latin typeface="Arial"/>
              </a:rPr>
              <a:t xml:space="preserve">Demonstração: Atendimento completo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01 · Identific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e74b9a2d-1424-4548-911c-33575529434a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9cc69160-33ff-4a38-8318-bbee6187a11e"/>
          <p:cNvGrpSpPr/>
          <p:nvPr/>
        </p:nvGrpSpPr>
        <p:grpSpPr>
          <a:xfrm>
            <a:off x="381000" y="933450"/>
            <a:ext cx="6477000" cy="381000"/>
            <a:chOff x="381000" y="933450"/>
            <a:chExt cx="6477000" cy="381000"/>
          </a:xfrm>
        </p:grpSpPr>
        <p:sp>
          <p:nvSpPr>
            <p:cNvPr id="6" name="9cc69160-33ff-4a38-8318-bbee6187a11e"/>
            <p:cNvSpPr txBox="1"/>
            <p:nvPr/>
          </p:nvSpPr>
          <p:spPr>
            <a:xfrm>
              <a:off x="381000" y="933450"/>
              <a:ext cx="6477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650" b="1">
                  <a:solidFill>
                    <a:srgbClr val="4864A0"/>
                  </a:solidFill>
                  <a:latin typeface="Arial"/>
                </a:rPr>
                <a:t xml:space="preserve">Vamos começar seu atendimento</a:t>
              </a:r>
              <a:endParaRPr lang="pt-BR"/>
            </a:p>
          </p:txBody>
        </p:sp>
      </p:grpSp>
      <p:grpSp>
        <p:nvGrpSpPr>
          <p:cNvPr id="7" name="9632274b-04fa-4a4b-993d-9cbcaf458f57"/>
          <p:cNvGrpSpPr/>
          <p:nvPr/>
        </p:nvGrpSpPr>
        <p:grpSpPr>
          <a:xfrm>
            <a:off x="371475" y="1295400"/>
            <a:ext cx="6667500" cy="247650"/>
            <a:chOff x="371475" y="1295400"/>
            <a:chExt cx="6667500" cy="247650"/>
          </a:xfrm>
        </p:grpSpPr>
        <p:sp>
          <p:nvSpPr>
            <p:cNvPr id="8" name="9632274b-04fa-4a4b-993d-9cbcaf458f57"/>
            <p:cNvSpPr txBox="1"/>
            <p:nvPr/>
          </p:nvSpPr>
          <p:spPr>
            <a:xfrm>
              <a:off x="371475" y="1295400"/>
              <a:ext cx="6667500" cy="2476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Informe seu número para seguir com a jornada.</a:t>
              </a:r>
              <a:endParaRPr lang="pt-BR"/>
            </a:p>
          </p:txBody>
        </p:sp>
      </p:grpSp>
      <p:grpSp>
        <p:nvGrpSpPr>
          <p:cNvPr id="9" name="bf2b6d2f-715e-43b4-ae19-8b60ed1a9dc1"/>
          <p:cNvGrpSpPr/>
          <p:nvPr/>
        </p:nvGrpSpPr>
        <p:grpSpPr>
          <a:xfrm>
            <a:off x="590550" y="1866900"/>
            <a:ext cx="3333750" cy="419100"/>
            <a:chOff x="590550" y="1866900"/>
            <a:chExt cx="3333750" cy="419100"/>
          </a:xfrm>
        </p:grpSpPr>
        <p:sp>
          <p:nvSpPr>
            <p:cNvPr id="10" name="bf2b6d2f-715e-43b4-ae19-8b60ed1a9dc1"/>
            <p:cNvSpPr txBox="1"/>
            <p:nvPr/>
          </p:nvSpPr>
          <p:spPr>
            <a:xfrm>
              <a:off x="590550" y="1866900"/>
              <a:ext cx="333375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1" name="bf2b6d2f-715e-43b4-ae19-8b60ed1a9dc1"/>
            <p:cNvSpPr txBox="1"/>
            <p:nvPr/>
          </p:nvSpPr>
          <p:spPr>
            <a:xfrm>
              <a:off x="647700" y="1905000"/>
              <a:ext cx="3219450" cy="342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grpSp>
        <p:nvGrpSpPr>
          <p:cNvPr id="12" name="ca24d06a-0e24-43b0-97d8-e4a91adaed3b"/>
          <p:cNvGrpSpPr/>
          <p:nvPr/>
        </p:nvGrpSpPr>
        <p:grpSpPr>
          <a:xfrm>
            <a:off x="4962525" y="1704975"/>
            <a:ext cx="2190750" cy="2571750"/>
            <a:chOff x="4962525" y="1704975"/>
            <a:chExt cx="2190750" cy="2571750"/>
          </a:xfrm>
        </p:grpSpPr>
        <p:sp>
          <p:nvSpPr>
            <p:cNvPr id="13" name="ca24d06a-0e24-43b0-97d8-e4a91adaed3b"/>
            <p:cNvSpPr txBox="1"/>
            <p:nvPr/>
          </p:nvSpPr>
          <p:spPr>
            <a:xfrm>
              <a:off x="4981575" y="172402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4" name="ca24d06a-0e24-43b0-97d8-e4a91adaed3b"/>
            <p:cNvSpPr txBox="1"/>
            <p:nvPr/>
          </p:nvSpPr>
          <p:spPr>
            <a:xfrm>
              <a:off x="5057775" y="180022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1</a:t>
              </a:r>
              <a:endParaRPr lang="pt-BR"/>
            </a:p>
          </p:txBody>
        </p:sp>
        <p:sp>
          <p:nvSpPr>
            <p:cNvPr id="15" name="ca24d06a-0e24-43b0-97d8-e4a91adaed3b"/>
            <p:cNvSpPr txBox="1"/>
            <p:nvPr/>
          </p:nvSpPr>
          <p:spPr>
            <a:xfrm>
              <a:off x="5705475" y="172402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6" name="ca24d06a-0e24-43b0-97d8-e4a91adaed3b"/>
            <p:cNvSpPr txBox="1"/>
            <p:nvPr/>
          </p:nvSpPr>
          <p:spPr>
            <a:xfrm>
              <a:off x="5781675" y="180022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2</a:t>
              </a:r>
              <a:endParaRPr lang="pt-BR"/>
            </a:p>
          </p:txBody>
        </p:sp>
        <p:sp>
          <p:nvSpPr>
            <p:cNvPr id="17" name="ca24d06a-0e24-43b0-97d8-e4a91adaed3b"/>
            <p:cNvSpPr txBox="1"/>
            <p:nvPr/>
          </p:nvSpPr>
          <p:spPr>
            <a:xfrm>
              <a:off x="6438900" y="172402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8" name="ca24d06a-0e24-43b0-97d8-e4a91adaed3b"/>
            <p:cNvSpPr txBox="1"/>
            <p:nvPr/>
          </p:nvSpPr>
          <p:spPr>
            <a:xfrm>
              <a:off x="6515100" y="180022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3</a:t>
              </a:r>
              <a:endParaRPr lang="pt-BR"/>
            </a:p>
          </p:txBody>
        </p:sp>
        <p:sp>
          <p:nvSpPr>
            <p:cNvPr id="19" name="ca24d06a-0e24-43b0-97d8-e4a91adaed3b"/>
            <p:cNvSpPr txBox="1"/>
            <p:nvPr/>
          </p:nvSpPr>
          <p:spPr>
            <a:xfrm>
              <a:off x="4981575" y="23622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0" name="ca24d06a-0e24-43b0-97d8-e4a91adaed3b"/>
            <p:cNvSpPr txBox="1"/>
            <p:nvPr/>
          </p:nvSpPr>
          <p:spPr>
            <a:xfrm>
              <a:off x="5057775" y="24384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4</a:t>
              </a:r>
              <a:endParaRPr lang="pt-BR"/>
            </a:p>
          </p:txBody>
        </p:sp>
        <p:sp>
          <p:nvSpPr>
            <p:cNvPr id="21" name="ca24d06a-0e24-43b0-97d8-e4a91adaed3b"/>
            <p:cNvSpPr txBox="1"/>
            <p:nvPr/>
          </p:nvSpPr>
          <p:spPr>
            <a:xfrm>
              <a:off x="5705475" y="23622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2" name="ca24d06a-0e24-43b0-97d8-e4a91adaed3b"/>
            <p:cNvSpPr txBox="1"/>
            <p:nvPr/>
          </p:nvSpPr>
          <p:spPr>
            <a:xfrm>
              <a:off x="5781675" y="24384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5</a:t>
              </a:r>
              <a:endParaRPr lang="pt-BR"/>
            </a:p>
          </p:txBody>
        </p:sp>
        <p:sp>
          <p:nvSpPr>
            <p:cNvPr id="23" name="ca24d06a-0e24-43b0-97d8-e4a91adaed3b"/>
            <p:cNvSpPr txBox="1"/>
            <p:nvPr/>
          </p:nvSpPr>
          <p:spPr>
            <a:xfrm>
              <a:off x="6438900" y="23622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4" name="ca24d06a-0e24-43b0-97d8-e4a91adaed3b"/>
            <p:cNvSpPr txBox="1"/>
            <p:nvPr/>
          </p:nvSpPr>
          <p:spPr>
            <a:xfrm>
              <a:off x="6515100" y="24384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6</a:t>
              </a:r>
              <a:endParaRPr lang="pt-BR"/>
            </a:p>
          </p:txBody>
        </p:sp>
        <p:sp>
          <p:nvSpPr>
            <p:cNvPr id="25" name="ca24d06a-0e24-43b0-97d8-e4a91adaed3b"/>
            <p:cNvSpPr txBox="1"/>
            <p:nvPr/>
          </p:nvSpPr>
          <p:spPr>
            <a:xfrm>
              <a:off x="4981575" y="30099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6" name="ca24d06a-0e24-43b0-97d8-e4a91adaed3b"/>
            <p:cNvSpPr txBox="1"/>
            <p:nvPr/>
          </p:nvSpPr>
          <p:spPr>
            <a:xfrm>
              <a:off x="5057775" y="30861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7</a:t>
              </a:r>
              <a:endParaRPr lang="pt-BR"/>
            </a:p>
          </p:txBody>
        </p:sp>
        <p:sp>
          <p:nvSpPr>
            <p:cNvPr id="27" name="ca24d06a-0e24-43b0-97d8-e4a91adaed3b"/>
            <p:cNvSpPr txBox="1"/>
            <p:nvPr/>
          </p:nvSpPr>
          <p:spPr>
            <a:xfrm>
              <a:off x="5705475" y="30099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8" name="ca24d06a-0e24-43b0-97d8-e4a91adaed3b"/>
            <p:cNvSpPr txBox="1"/>
            <p:nvPr/>
          </p:nvSpPr>
          <p:spPr>
            <a:xfrm>
              <a:off x="5781675" y="30861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8</a:t>
              </a:r>
              <a:endParaRPr lang="pt-BR"/>
            </a:p>
          </p:txBody>
        </p:sp>
        <p:sp>
          <p:nvSpPr>
            <p:cNvPr id="29" name="ca24d06a-0e24-43b0-97d8-e4a91adaed3b"/>
            <p:cNvSpPr txBox="1"/>
            <p:nvPr/>
          </p:nvSpPr>
          <p:spPr>
            <a:xfrm>
              <a:off x="6438900" y="30099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0" name="ca24d06a-0e24-43b0-97d8-e4a91adaed3b"/>
            <p:cNvSpPr txBox="1"/>
            <p:nvPr/>
          </p:nvSpPr>
          <p:spPr>
            <a:xfrm>
              <a:off x="6515100" y="30861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9</a:t>
              </a:r>
              <a:endParaRPr lang="pt-BR"/>
            </a:p>
          </p:txBody>
        </p:sp>
        <p:sp>
          <p:nvSpPr>
            <p:cNvPr id="31" name="ca24d06a-0e24-43b0-97d8-e4a91adaed3b"/>
            <p:cNvSpPr txBox="1"/>
            <p:nvPr/>
          </p:nvSpPr>
          <p:spPr>
            <a:xfrm>
              <a:off x="4981575" y="364807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2" name="ca24d06a-0e24-43b0-97d8-e4a91adaed3b"/>
            <p:cNvSpPr txBox="1"/>
            <p:nvPr/>
          </p:nvSpPr>
          <p:spPr>
            <a:xfrm>
              <a:off x="5057775" y="372427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Limpar</a:t>
              </a:r>
              <a:endParaRPr lang="pt-BR"/>
            </a:p>
          </p:txBody>
        </p:sp>
        <p:sp>
          <p:nvSpPr>
            <p:cNvPr id="33" name="ca24d06a-0e24-43b0-97d8-e4a91adaed3b"/>
            <p:cNvSpPr txBox="1"/>
            <p:nvPr/>
          </p:nvSpPr>
          <p:spPr>
            <a:xfrm>
              <a:off x="5705475" y="364807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4" name="ca24d06a-0e24-43b0-97d8-e4a91adaed3b"/>
            <p:cNvSpPr txBox="1"/>
            <p:nvPr/>
          </p:nvSpPr>
          <p:spPr>
            <a:xfrm>
              <a:off x="5781675" y="372427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0</a:t>
              </a:r>
              <a:endParaRPr lang="pt-BR"/>
            </a:p>
          </p:txBody>
        </p:sp>
        <p:sp>
          <p:nvSpPr>
            <p:cNvPr id="35" name="ca24d06a-0e24-43b0-97d8-e4a91adaed3b"/>
            <p:cNvSpPr txBox="1"/>
            <p:nvPr/>
          </p:nvSpPr>
          <p:spPr>
            <a:xfrm>
              <a:off x="6438900" y="364807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6" name="ca24d06a-0e24-43b0-97d8-e4a91adaed3b"/>
            <p:cNvSpPr txBox="1"/>
            <p:nvPr/>
          </p:nvSpPr>
          <p:spPr>
            <a:xfrm>
              <a:off x="6515100" y="372427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⌫</a:t>
              </a:r>
              <a:endParaRPr lang="pt-BR"/>
            </a:p>
          </p:txBody>
        </p:sp>
      </p:grpSp>
      <p:grpSp>
        <p:nvGrpSpPr>
          <p:cNvPr id="38" name="55cb3154-a6cd-42b0-abe8-38cb27fc6014">
            <a:hlinkClick r:id="rIdLink37" action="ppaction://hlinksldjump"/>
          </p:cNvPr>
          <p:cNvGrpSpPr/>
          <p:nvPr/>
        </p:nvGrpSpPr>
        <p:grpSpPr>
          <a:xfrm>
            <a:off x="1362075" y="2476500"/>
            <a:ext cx="1809750" cy="457200"/>
            <a:chOff x="1362075" y="2476500"/>
            <a:chExt cx="1809750" cy="457200"/>
          </a:xfrm>
        </p:grpSpPr>
        <p:sp>
          <p:nvSpPr>
            <p:cNvPr id="39" name="55cb3154-a6cd-42b0-abe8-38cb27fc6014"/>
            <p:cNvSpPr txBox="1"/>
            <p:nvPr/>
          </p:nvSpPr>
          <p:spPr>
            <a:xfrm>
              <a:off x="1362075" y="2476500"/>
              <a:ext cx="1809750" cy="457200"/>
            </a:xfrm>
            <a:prstGeom prst="rect">
              <a:avLst/>
            </a:prstGeom>
            <a:solidFill>
              <a:srgbClr val="2563EB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40" name="55cb3154-a6cd-42b0-abe8-38cb27fc6014"/>
            <p:cNvSpPr txBox="1"/>
            <p:nvPr/>
          </p:nvSpPr>
          <p:spPr>
            <a:xfrm>
              <a:off x="1457325" y="2571750"/>
              <a:ext cx="161925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FFFFFF"/>
                  </a:solidFill>
                  <a:latin typeface="Arial"/>
                </a:rPr>
                <a:t xml:space="preserve">Continuar</a:t>
              </a:r>
              <a:endParaRPr lang="pt-BR"/>
            </a:p>
          </p:txBody>
        </p:sp>
      </p:grpSp>
      <p:grpSp>
        <p:nvGrpSpPr>
          <p:cNvPr id="41" name="53a39c69-d962-46f1-8001-d555cba7a2e7"/>
          <p:cNvGrpSpPr/>
          <p:nvPr/>
        </p:nvGrpSpPr>
        <p:grpSpPr>
          <a:xfrm>
            <a:off x="3562350" y="85725"/>
            <a:ext cx="1200150" cy="114300"/>
            <a:chOff x="3562350" y="85725"/>
            <a:chExt cx="1200150" cy="114300"/>
          </a:xfrm>
        </p:grpSpPr>
        <p:sp>
          <p:nvSpPr>
            <p:cNvPr id="42" name="53a39c69-d962-46f1-8001-d555cba7a2e7"/>
            <p:cNvSpPr txBox="1"/>
            <p:nvPr/>
          </p:nvSpPr>
          <p:spPr>
            <a:xfrm>
              <a:off x="3562350" y="85725"/>
              <a:ext cx="12001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BSB - 01/01/2026</a:t>
              </a:r>
              <a:endParaRPr lang="pt-BR"/>
            </a:p>
          </p:txBody>
        </p:sp>
      </p:grpSp>
      <p:grpSp>
        <p:nvGrpSpPr>
          <p:cNvPr id="43" name="67e7fd89-c14a-4d87-91fd-2ac676c5d040"/>
          <p:cNvGrpSpPr/>
          <p:nvPr/>
        </p:nvGrpSpPr>
        <p:grpSpPr>
          <a:xfrm>
            <a:off x="3562350" y="238125"/>
            <a:ext cx="1200150" cy="114300"/>
            <a:chOff x="3562350" y="238125"/>
            <a:chExt cx="1200150" cy="114300"/>
          </a:xfrm>
        </p:grpSpPr>
        <p:sp>
          <p:nvSpPr>
            <p:cNvPr id="44" name="67e7fd89-c14a-4d87-91fd-2ac676c5d040"/>
            <p:cNvSpPr txBox="1"/>
            <p:nvPr/>
          </p:nvSpPr>
          <p:spPr>
            <a:xfrm>
              <a:off x="3562350" y="238125"/>
              <a:ext cx="12001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12:00:00</a:t>
              </a:r>
              <a:endParaRPr lang="pt-BR"/>
            </a:p>
          </p:txBody>
        </p:sp>
      </p:grpSp>
      <p:grpSp>
        <p:nvGrpSpPr>
          <p:cNvPr id="45" name="87fd2281-6806-480d-b3c0-427e65d13be2"/>
          <p:cNvGrpSpPr/>
          <p:nvPr/>
        </p:nvGrpSpPr>
        <p:grpSpPr>
          <a:xfrm>
            <a:off x="4762500" y="57150"/>
            <a:ext cx="2114550" cy="114300"/>
            <a:chOff x="4762500" y="57150"/>
            <a:chExt cx="2114550" cy="114300"/>
          </a:xfrm>
        </p:grpSpPr>
        <p:sp>
          <p:nvSpPr>
            <p:cNvPr id="46" name="87fd2281-6806-480d-b3c0-427e65d13be2"/>
            <p:cNvSpPr txBox="1"/>
            <p:nvPr/>
          </p:nvSpPr>
          <p:spPr>
            <a:xfrm>
              <a:off x="4762500" y="57150"/>
              <a:ext cx="21145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PROPRIETÁRIO: L009666 - USUÁRIO</a:t>
              </a:r>
              <a:endParaRPr lang="pt-BR"/>
            </a:p>
          </p:txBody>
        </p:sp>
      </p:grpSp>
      <p:grpSp>
        <p:nvGrpSpPr>
          <p:cNvPr id="47" name="1a965991-5c5e-4fe5-8aa4-674ac63793bd"/>
          <p:cNvGrpSpPr/>
          <p:nvPr/>
        </p:nvGrpSpPr>
        <p:grpSpPr>
          <a:xfrm>
            <a:off x="4762500" y="171450"/>
            <a:ext cx="2114550" cy="114300"/>
            <a:chOff x="4762500" y="171450"/>
            <a:chExt cx="2114550" cy="114300"/>
          </a:xfrm>
        </p:grpSpPr>
        <p:sp>
          <p:nvSpPr>
            <p:cNvPr id="48" name="1a965991-5c5e-4fe5-8aa4-674ac63793bd"/>
            <p:cNvSpPr txBox="1"/>
            <p:nvPr/>
          </p:nvSpPr>
          <p:spPr>
            <a:xfrm>
              <a:off x="4762500" y="171450"/>
              <a:ext cx="21145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Terminal: 000599</a:t>
              </a:r>
              <a:endParaRPr lang="pt-BR"/>
            </a:p>
          </p:txBody>
        </p:sp>
      </p:grpSp>
      <p:grpSp>
        <p:nvGrpSpPr>
          <p:cNvPr id="49" name="e62d7c50-8572-46d4-883a-967849fbcfe5"/>
          <p:cNvGrpSpPr/>
          <p:nvPr/>
        </p:nvGrpSpPr>
        <p:grpSpPr>
          <a:xfrm>
            <a:off x="4762500" y="285750"/>
            <a:ext cx="2114550" cy="114300"/>
            <a:chOff x="4762500" y="285750"/>
            <a:chExt cx="2114550" cy="114300"/>
          </a:xfrm>
        </p:grpSpPr>
        <p:sp>
          <p:nvSpPr>
            <p:cNvPr id="50" name="e62d7c50-8572-46d4-883a-967849fbcfe5"/>
            <p:cNvSpPr txBox="1"/>
            <p:nvPr/>
          </p:nvSpPr>
          <p:spPr>
            <a:xfrm>
              <a:off x="4762500" y="285750"/>
              <a:ext cx="21145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LOTÉRICA: 009999</a:t>
              </a:r>
              <a:endParaRPr lang="pt-BR"/>
            </a:p>
          </p:txBody>
        </p:sp>
      </p:grpSp>
      <p:grpSp>
        <p:nvGrpSpPr>
          <p:cNvPr id="51" name="f5210933-3655-4379-8227-50534a76d6d8"/>
          <p:cNvGrpSpPr/>
          <p:nvPr/>
        </p:nvGrpSpPr>
        <p:grpSpPr>
          <a:xfrm>
            <a:off x="6877050" y="57150"/>
            <a:ext cx="742950" cy="114300"/>
            <a:chOff x="6877050" y="57150"/>
            <a:chExt cx="742950" cy="114300"/>
          </a:xfrm>
        </p:grpSpPr>
        <p:sp>
          <p:nvSpPr>
            <p:cNvPr id="52" name="f5210933-3655-4379-8227-50534a76d6d8"/>
            <p:cNvSpPr txBox="1"/>
            <p:nvPr/>
          </p:nvSpPr>
          <p:spPr>
            <a:xfrm>
              <a:off x="6877050" y="57150"/>
              <a:ext cx="7429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GATEWAY</a:t>
              </a:r>
              <a:endParaRPr lang="pt-BR"/>
            </a:p>
          </p:txBody>
        </p:sp>
      </p:grpSp>
      <p:grpSp>
        <p:nvGrpSpPr>
          <p:cNvPr id="53" name="31ec0954-eda1-4a05-9e94-f3c5c9628e3a"/>
          <p:cNvGrpSpPr/>
          <p:nvPr/>
        </p:nvGrpSpPr>
        <p:grpSpPr>
          <a:xfrm>
            <a:off x="6877050" y="171450"/>
            <a:ext cx="742950" cy="114300"/>
            <a:chOff x="6877050" y="171450"/>
            <a:chExt cx="742950" cy="114300"/>
          </a:xfrm>
        </p:grpSpPr>
        <p:sp>
          <p:nvSpPr>
            <p:cNvPr id="54" name="31ec0954-eda1-4a05-9e94-f3c5c9628e3a"/>
            <p:cNvSpPr txBox="1"/>
            <p:nvPr/>
          </p:nvSpPr>
          <p:spPr>
            <a:xfrm>
              <a:off x="6877050" y="171450"/>
              <a:ext cx="7429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DNS</a:t>
              </a:r>
              <a:endParaRPr lang="pt-BR"/>
            </a:p>
          </p:txBody>
        </p:sp>
      </p:grpSp>
      <p:grpSp>
        <p:nvGrpSpPr>
          <p:cNvPr id="55" name="a86deadb-3914-478f-9589-9d3e38a44720"/>
          <p:cNvGrpSpPr/>
          <p:nvPr/>
        </p:nvGrpSpPr>
        <p:grpSpPr>
          <a:xfrm>
            <a:off x="6877050" y="285750"/>
            <a:ext cx="742950" cy="114300"/>
            <a:chOff x="6877050" y="285750"/>
            <a:chExt cx="742950" cy="114300"/>
          </a:xfrm>
        </p:grpSpPr>
        <p:sp>
          <p:nvSpPr>
            <p:cNvPr id="56" name="a86deadb-3914-478f-9589-9d3e38a44720"/>
            <p:cNvSpPr txBox="1"/>
            <p:nvPr/>
          </p:nvSpPr>
          <p:spPr>
            <a:xfrm>
              <a:off x="6877050" y="285750"/>
              <a:ext cx="7429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HTTP</a:t>
              </a:r>
              <a:endParaRPr lang="pt-BR"/>
            </a:p>
          </p:txBody>
        </p:sp>
      </p:grpSp>
      <p:grpSp>
        <p:nvGrpSpPr>
          <p:cNvPr id="57" name="26275edc-c360-4f03-95e0-d3f4fb791267"/>
          <p:cNvGrpSpPr/>
          <p:nvPr/>
        </p:nvGrpSpPr>
        <p:grpSpPr>
          <a:xfrm>
            <a:off x="0" y="514350"/>
            <a:ext cx="7620000" cy="266700"/>
            <a:chOff x="0" y="514350"/>
            <a:chExt cx="7620000" cy="266700"/>
          </a:xfrm>
        </p:grpSpPr>
        <p:pic>
          <p:nvPicPr>
            <p:cNvPr id="58" name="3f0ad350-5918-4ebe-9eda-96160b270701"/>
            <p:cNvPicPr/>
            <p:nvPr/>
          </p:nvPicPr>
          <p:blipFill>
            <a:blip r:embed="rIdImage58"/>
            <a:stretch>
              <a:fillRect/>
            </a:stretch>
          </p:blipFill>
          <p:spPr>
            <a:xfrm>
              <a:off x="0" y="514350"/>
              <a:ext cx="7620000" cy="266700"/>
            </a:xfrm>
            <a:prstGeom prst="rect">
              <a:avLst/>
            </a:prstGeom>
          </p:spPr>
        </p:pic>
        <p:sp>
          <p:nvSpPr>
            <p:cNvPr id="59" name="26275edc-c360-4f03-95e0-d3f4fb791267"/>
            <p:cNvSpPr txBox="1"/>
            <p:nvPr/>
          </p:nvSpPr>
          <p:spPr>
            <a:xfrm>
              <a:off x="0" y="514350"/>
              <a:ext cx="762000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r"/>
              <a:r>
                <a:rPr lang="pt-BR" sz="1350" b="1">
                  <a:solidFill>
                    <a:srgbClr val="FFFFFF"/>
                  </a:solidFill>
                  <a:latin typeface="Arial"/>
                </a:rPr>
                <a:t xml:space="preserve">Atendimento</a:t>
              </a:r>
              <a:endParaRPr lang="pt-BR"/>
            </a:p>
          </p:txBody>
        </p:sp>
      </p:grpSp>
      <p:sp>
        <p:nvSpPr>
          <p:cNvPr id="60" name="Menu">
            <a:hlinkClick r:id="rIdLink61" action="ppaction://hlinksldjump"/>
          </p:cNvPr>
          <p:cNvSpPr txBox="1"/>
          <p:nvPr/>
        </p:nvSpPr>
        <p:spPr>
          <a:xfrm>
            <a:off x="114300" y="5810250"/>
            <a:ext cx="13335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2563EB"/>
                </a:solidFill>
                <a:latin typeface="Arial"/>
              </a:rPr>
              <a:t xml:space="preserve">← Menu da jornada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02 · Confirm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e74b9a2d-1424-4548-911c-33575529434a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757928a0-ac6c-4150-824b-8c4e8b932c9a"/>
          <p:cNvGrpSpPr/>
          <p:nvPr/>
        </p:nvGrpSpPr>
        <p:grpSpPr>
          <a:xfrm>
            <a:off x="457200" y="457200"/>
            <a:ext cx="6667500" cy="381000"/>
            <a:chOff x="457200" y="457200"/>
            <a:chExt cx="6667500" cy="381000"/>
          </a:xfrm>
        </p:grpSpPr>
        <p:sp>
          <p:nvSpPr>
            <p:cNvPr id="6" name="757928a0-ac6c-4150-824b-8c4e8b932c9a"/>
            <p:cNvSpPr txBox="1"/>
            <p:nvPr/>
          </p:nvSpPr>
          <p:spPr>
            <a:xfrm>
              <a:off x="457200" y="457200"/>
              <a:ext cx="66675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650" b="1">
                  <a:solidFill>
                    <a:srgbClr val="4864A0"/>
                  </a:solidFill>
                  <a:latin typeface="Arial"/>
                </a:rPr>
                <a:t xml:space="preserve">Confira os detalhes</a:t>
              </a:r>
              <a:endParaRPr lang="pt-BR"/>
            </a:p>
          </p:txBody>
        </p:sp>
      </p:grpSp>
      <p:grpSp>
        <p:nvGrpSpPr>
          <p:cNvPr id="7" name="abe96b64-71fc-46e5-b3b0-63d0ab4f3829"/>
          <p:cNvGrpSpPr/>
          <p:nvPr/>
        </p:nvGrpSpPr>
        <p:grpSpPr>
          <a:xfrm>
            <a:off x="457200" y="1028700"/>
            <a:ext cx="6667500" cy="247650"/>
            <a:chOff x="457200" y="1028700"/>
            <a:chExt cx="6667500" cy="247650"/>
          </a:xfrm>
        </p:grpSpPr>
        <p:sp>
          <p:nvSpPr>
            <p:cNvPr id="8" name="abe96b64-71fc-46e5-b3b0-63d0ab4f3829"/>
            <p:cNvSpPr txBox="1"/>
            <p:nvPr/>
          </p:nvSpPr>
          <p:spPr>
            <a:xfrm>
              <a:off x="457200" y="1028700"/>
              <a:ext cx="6667500" cy="2476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Escolha uma opção e confirme o atendimento.</a:t>
              </a:r>
              <a:endParaRPr lang="pt-BR"/>
            </a:p>
          </p:txBody>
        </p:sp>
      </p:grpSp>
      <p:grpSp>
        <p:nvGrpSpPr>
          <p:cNvPr id="9" name="45e80fe8-f4e2-4dd3-97e4-d248ec5602f9"/>
          <p:cNvGrpSpPr/>
          <p:nvPr/>
        </p:nvGrpSpPr>
        <p:grpSpPr>
          <a:xfrm>
            <a:off x="457200" y="1562100"/>
            <a:ext cx="3619500" cy="2476500"/>
            <a:chOff x="457200" y="1562100"/>
            <a:chExt cx="3619500" cy="2476500"/>
          </a:xfrm>
        </p:grpSpPr>
        <p:sp>
          <p:nvSpPr>
            <p:cNvPr id="10" name="45e80fe8-f4e2-4dd3-97e4-d248ec5602f9"/>
            <p:cNvSpPr txBox="1"/>
            <p:nvPr/>
          </p:nvSpPr>
          <p:spPr>
            <a:xfrm>
              <a:off x="457200" y="1562100"/>
              <a:ext cx="3619500" cy="2476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1" name="45e80fe8-f4e2-4dd3-97e4-d248ec5602f9"/>
            <p:cNvSpPr txBox="1"/>
            <p:nvPr/>
          </p:nvSpPr>
          <p:spPr>
            <a:xfrm>
              <a:off x="457200" y="1562100"/>
              <a:ext cx="3619500" cy="266700"/>
            </a:xfrm>
            <a:prstGeom prst="rect">
              <a:avLst/>
            </a:prstGeom>
            <a:solidFill>
              <a:srgbClr val="EFF6FF"/>
            </a:solidFill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2" name="45e80fe8-f4e2-4dd3-97e4-d248ec5602f9"/>
            <p:cNvSpPr txBox="1"/>
            <p:nvPr/>
          </p:nvSpPr>
          <p:spPr>
            <a:xfrm>
              <a:off x="533400" y="1609725"/>
              <a:ext cx="3467100" cy="1714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Resumo do atendimento</a:t>
              </a:r>
              <a:endParaRPr lang="pt-BR"/>
            </a:p>
          </p:txBody>
        </p:sp>
        <p:sp>
          <p:nvSpPr>
            <p:cNvPr id="13" name="45e80fe8-f4e2-4dd3-97e4-d248ec5602f9"/>
            <p:cNvSpPr txBox="1"/>
            <p:nvPr/>
          </p:nvSpPr>
          <p:spPr>
            <a:xfrm>
              <a:off x="533400" y="1885950"/>
              <a:ext cx="3467100" cy="2095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Serviço: atendimento presencial</a:t>
              </a:r>
              <a:endParaRPr lang="pt-BR"/>
            </a:p>
          </p:txBody>
        </p:sp>
        <p:sp>
          <p:nvSpPr>
            <p:cNvPr id="14" name="45e80fe8-f4e2-4dd3-97e4-d248ec5602f9"/>
            <p:cNvSpPr txBox="1"/>
            <p:nvPr/>
          </p:nvSpPr>
          <p:spPr>
            <a:xfrm>
              <a:off x="533400" y="2114550"/>
              <a:ext cx="3467100" cy="2095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Unidade: agência de demonstração</a:t>
              </a:r>
              <a:endParaRPr lang="pt-BR"/>
            </a:p>
          </p:txBody>
        </p:sp>
      </p:grpSp>
      <p:grpSp>
        <p:nvGrpSpPr>
          <p:cNvPr id="15" name="4d102bbc-a3ad-4030-b5fb-0163b7c5f66c"/>
          <p:cNvGrpSpPr/>
          <p:nvPr/>
        </p:nvGrpSpPr>
        <p:grpSpPr>
          <a:xfrm>
            <a:off x="4476750" y="1562100"/>
            <a:ext cx="2476500" cy="838200"/>
            <a:chOff x="4476750" y="1562100"/>
            <a:chExt cx="2476500" cy="838200"/>
          </a:xfrm>
        </p:grpSpPr>
        <p:sp>
          <p:nvSpPr>
            <p:cNvPr id="16" name="4d102bbc-a3ad-4030-b5fb-0163b7c5f66c"/>
            <p:cNvSpPr txBox="1"/>
            <p:nvPr/>
          </p:nvSpPr>
          <p:spPr>
            <a:xfrm>
              <a:off x="4476750" y="1562100"/>
              <a:ext cx="2476500" cy="2095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○ Opção 1</a:t>
              </a:r>
              <a:endParaRPr lang="pt-BR"/>
            </a:p>
          </p:txBody>
        </p:sp>
        <p:sp>
          <p:nvSpPr>
            <p:cNvPr id="17" name="4d102bbc-a3ad-4030-b5fb-0163b7c5f66c"/>
            <p:cNvSpPr txBox="1"/>
            <p:nvPr/>
          </p:nvSpPr>
          <p:spPr>
            <a:xfrm>
              <a:off x="4476750" y="1790700"/>
              <a:ext cx="2476500" cy="2095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○ Opção 2</a:t>
              </a:r>
              <a:endParaRPr lang="pt-BR"/>
            </a:p>
          </p:txBody>
        </p:sp>
      </p:grpSp>
      <p:grpSp>
        <p:nvGrpSpPr>
          <p:cNvPr id="19" name="d54189f3-993b-4822-ae0c-0a94a39ab29f">
            <a:hlinkClick r:id="rIdLink18" action="ppaction://hlinksldjump"/>
          </p:cNvPr>
          <p:cNvGrpSpPr/>
          <p:nvPr/>
        </p:nvGrpSpPr>
        <p:grpSpPr>
          <a:xfrm>
            <a:off x="457200" y="4381500"/>
            <a:ext cx="1809750" cy="457200"/>
            <a:chOff x="457200" y="4381500"/>
            <a:chExt cx="1809750" cy="457200"/>
          </a:xfrm>
        </p:grpSpPr>
        <p:sp>
          <p:nvSpPr>
            <p:cNvPr id="20" name="d54189f3-993b-4822-ae0c-0a94a39ab29f"/>
            <p:cNvSpPr txBox="1"/>
            <p:nvPr/>
          </p:nvSpPr>
          <p:spPr>
            <a:xfrm>
              <a:off x="457200" y="4381500"/>
              <a:ext cx="1809750" cy="457200"/>
            </a:xfrm>
            <a:prstGeom prst="rect">
              <a:avLst/>
            </a:prstGeom>
            <a:solidFill>
              <a:srgbClr val="2563EB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1" name="d54189f3-993b-4822-ae0c-0a94a39ab29f"/>
            <p:cNvSpPr txBox="1"/>
            <p:nvPr/>
          </p:nvSpPr>
          <p:spPr>
            <a:xfrm>
              <a:off x="552450" y="4476750"/>
              <a:ext cx="161925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FFFFFF"/>
                  </a:solidFill>
                  <a:latin typeface="Arial"/>
                </a:rPr>
                <a:t xml:space="preserve">Confirmar</a:t>
              </a:r>
              <a:endParaRPr lang="pt-BR"/>
            </a:p>
          </p:txBody>
        </p:sp>
      </p:grpSp>
      <p:sp>
        <p:nvSpPr>
          <p:cNvPr id="22" name="Menu">
            <a:hlinkClick r:id="rIdLink23" action="ppaction://hlinksldjump"/>
          </p:cNvPr>
          <p:cNvSpPr txBox="1"/>
          <p:nvPr/>
        </p:nvSpPr>
        <p:spPr>
          <a:xfrm>
            <a:off x="114300" y="5810250"/>
            <a:ext cx="13335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2563EB"/>
                </a:solidFill>
                <a:latin typeface="Arial"/>
              </a:rPr>
              <a:t xml:space="preserve">← Menu da jornada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03 · Conclus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e74b9a2d-1424-4548-911c-33575529434a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7bbdf864-0960-4302-b364-65106628a861"/>
          <p:cNvGrpSpPr/>
          <p:nvPr/>
        </p:nvGrpSpPr>
        <p:grpSpPr>
          <a:xfrm>
            <a:off x="457200" y="952500"/>
            <a:ext cx="6667500" cy="400050"/>
            <a:chOff x="457200" y="952500"/>
            <a:chExt cx="6667500" cy="400050"/>
          </a:xfrm>
        </p:grpSpPr>
        <p:sp>
          <p:nvSpPr>
            <p:cNvPr id="6" name="7bbdf864-0960-4302-b364-65106628a861"/>
            <p:cNvSpPr txBox="1"/>
            <p:nvPr/>
          </p:nvSpPr>
          <p:spPr>
            <a:xfrm>
              <a:off x="457200" y="952500"/>
              <a:ext cx="6667500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650" b="1">
                  <a:solidFill>
                    <a:srgbClr val="4864A0"/>
                  </a:solidFill>
                  <a:latin typeface="Arial"/>
                </a:rPr>
                <a:t xml:space="preserve">Tudo certo. Atendimento confirmado!</a:t>
              </a:r>
              <a:endParaRPr lang="pt-BR"/>
            </a:p>
          </p:txBody>
        </p:sp>
      </p:grpSp>
      <p:grpSp>
        <p:nvGrpSpPr>
          <p:cNvPr id="7" name="471be556-fff7-4e23-88ba-b5a153b6d761"/>
          <p:cNvGrpSpPr/>
          <p:nvPr/>
        </p:nvGrpSpPr>
        <p:grpSpPr>
          <a:xfrm>
            <a:off x="457200" y="1619250"/>
            <a:ext cx="6667500" cy="266700"/>
            <a:chOff x="457200" y="1619250"/>
            <a:chExt cx="6667500" cy="266700"/>
          </a:xfrm>
        </p:grpSpPr>
        <p:sp>
          <p:nvSpPr>
            <p:cNvPr id="8" name="471be556-fff7-4e23-88ba-b5a153b6d761"/>
            <p:cNvSpPr txBox="1"/>
            <p:nvPr/>
          </p:nvSpPr>
          <p:spPr>
            <a:xfrm>
              <a:off x="457200" y="1619250"/>
              <a:ext cx="666750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Você concluiu uma jornada com três telas conectadas.</a:t>
              </a:r>
              <a:endParaRPr lang="pt-BR"/>
            </a:p>
          </p:txBody>
        </p:sp>
      </p:grpSp>
      <p:grpSp>
        <p:nvGrpSpPr>
          <p:cNvPr id="10" name="863ea6e5-8553-4d14-9ec8-47512c246667">
            <a:hlinkClick r:id="rIdLink9" action="ppaction://hlinksldjump"/>
          </p:cNvPr>
          <p:cNvGrpSpPr/>
          <p:nvPr/>
        </p:nvGrpSpPr>
        <p:grpSpPr>
          <a:xfrm>
            <a:off x="457200" y="2381250"/>
            <a:ext cx="2000250" cy="457200"/>
            <a:chOff x="457200" y="2381250"/>
            <a:chExt cx="2000250" cy="457200"/>
          </a:xfrm>
        </p:grpSpPr>
        <p:sp>
          <p:nvSpPr>
            <p:cNvPr id="11" name="863ea6e5-8553-4d14-9ec8-47512c246667"/>
            <p:cNvSpPr txBox="1"/>
            <p:nvPr/>
          </p:nvSpPr>
          <p:spPr>
            <a:xfrm>
              <a:off x="457200" y="2381250"/>
              <a:ext cx="2000250" cy="457200"/>
            </a:xfrm>
            <a:prstGeom prst="rect">
              <a:avLst/>
            </a:prstGeom>
            <a:solidFill>
              <a:srgbClr val="2563EB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2" name="863ea6e5-8553-4d14-9ec8-47512c246667"/>
            <p:cNvSpPr txBox="1"/>
            <p:nvPr/>
          </p:nvSpPr>
          <p:spPr>
            <a:xfrm>
              <a:off x="552450" y="2476500"/>
              <a:ext cx="180975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FFFFFF"/>
                  </a:solidFill>
                  <a:latin typeface="Arial"/>
                </a:rPr>
                <a:t xml:space="preserve">Novo atendimento</a:t>
              </a:r>
              <a:endParaRPr lang="pt-BR"/>
            </a:p>
          </p:txBody>
        </p:sp>
      </p:grpSp>
      <p:sp>
        <p:nvSpPr>
          <p:cNvPr id="13" name="Menu">
            <a:hlinkClick r:id="rIdLink14" action="ppaction://hlinksldjump"/>
          </p:cNvPr>
          <p:cNvSpPr txBox="1"/>
          <p:nvPr/>
        </p:nvSpPr>
        <p:spPr>
          <a:xfrm>
            <a:off x="114300" y="5810250"/>
            <a:ext cx="13335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2563EB"/>
                </a:solidFill>
                <a:latin typeface="Arial"/>
              </a:rPr>
              <a:t xml:space="preserve">← Menu da jornada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Tela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e74b9a2d-1424-4548-911c-33575529434a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4b6ae58b-03ca-4b24-9eff-87d8bd998cf4"/>
          <p:cNvGrpSpPr/>
          <p:nvPr/>
        </p:nvGrpSpPr>
        <p:grpSpPr>
          <a:xfrm>
            <a:off x="1733550" y="2124075"/>
            <a:ext cx="1428750" cy="238125"/>
            <a:chOff x="1733550" y="2124075"/>
            <a:chExt cx="1428750" cy="238125"/>
          </a:xfrm>
        </p:grpSpPr>
        <p:sp>
          <p:nvSpPr>
            <p:cNvPr id="6" name="4b6ae58b-03ca-4b24-9eff-87d8bd998cf4"/>
            <p:cNvSpPr txBox="1"/>
            <p:nvPr/>
          </p:nvSpPr>
          <p:spPr>
            <a:xfrm>
              <a:off x="1733550" y="2124075"/>
              <a:ext cx="1428750" cy="238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7" name="4b6ae58b-03ca-4b24-9eff-87d8bd998cf4"/>
            <p:cNvSpPr txBox="1"/>
            <p:nvPr/>
          </p:nvSpPr>
          <p:spPr>
            <a:xfrm>
              <a:off x="1790700" y="2162175"/>
              <a:ext cx="1314450" cy="1619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grpSp>
        <p:nvGrpSpPr>
          <p:cNvPr id="8" name="e344409c-84f4-44a6-ba96-3444052fccc1"/>
          <p:cNvGrpSpPr/>
          <p:nvPr/>
        </p:nvGrpSpPr>
        <p:grpSpPr>
          <a:xfrm>
            <a:off x="1704975" y="1743075"/>
            <a:ext cx="1428750" cy="238125"/>
            <a:chOff x="1704975" y="1743075"/>
            <a:chExt cx="1428750" cy="238125"/>
          </a:xfrm>
        </p:grpSpPr>
        <p:sp>
          <p:nvSpPr>
            <p:cNvPr id="9" name="e344409c-84f4-44a6-ba96-3444052fccc1"/>
            <p:cNvSpPr txBox="1"/>
            <p:nvPr/>
          </p:nvSpPr>
          <p:spPr>
            <a:xfrm>
              <a:off x="1704975" y="1743075"/>
              <a:ext cx="1428750" cy="238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0" name="e344409c-84f4-44a6-ba96-3444052fccc1"/>
            <p:cNvSpPr txBox="1"/>
            <p:nvPr/>
          </p:nvSpPr>
          <p:spPr>
            <a:xfrm>
              <a:off x="1762125" y="1781175"/>
              <a:ext cx="1314450" cy="1619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grpSp>
        <p:nvGrpSpPr>
          <p:cNvPr id="11" name="97b1a850-8ffa-4678-aca3-c33633c5de2f"/>
          <p:cNvGrpSpPr/>
          <p:nvPr/>
        </p:nvGrpSpPr>
        <p:grpSpPr>
          <a:xfrm>
            <a:off x="1695450" y="2486025"/>
            <a:ext cx="1428750" cy="238125"/>
            <a:chOff x="1695450" y="2486025"/>
            <a:chExt cx="1428750" cy="238125"/>
          </a:xfrm>
        </p:grpSpPr>
        <p:sp>
          <p:nvSpPr>
            <p:cNvPr id="12" name="97b1a850-8ffa-4678-aca3-c33633c5de2f"/>
            <p:cNvSpPr txBox="1"/>
            <p:nvPr/>
          </p:nvSpPr>
          <p:spPr>
            <a:xfrm>
              <a:off x="1695450" y="2486025"/>
              <a:ext cx="1428750" cy="238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3" name="97b1a850-8ffa-4678-aca3-c33633c5de2f"/>
            <p:cNvSpPr txBox="1"/>
            <p:nvPr/>
          </p:nvSpPr>
          <p:spPr>
            <a:xfrm>
              <a:off x="1752600" y="2524125"/>
              <a:ext cx="1314450" cy="1619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grpSp>
        <p:nvGrpSpPr>
          <p:cNvPr id="14" name="6f898634-285a-4502-a714-2ba527099edd"/>
          <p:cNvGrpSpPr/>
          <p:nvPr/>
        </p:nvGrpSpPr>
        <p:grpSpPr>
          <a:xfrm>
            <a:off x="1695450" y="2847975"/>
            <a:ext cx="381000" cy="228600"/>
            <a:chOff x="1695450" y="2847975"/>
            <a:chExt cx="381000" cy="228600"/>
          </a:xfrm>
        </p:grpSpPr>
        <p:sp>
          <p:nvSpPr>
            <p:cNvPr id="15" name="6f898634-285a-4502-a714-2ba527099edd"/>
            <p:cNvSpPr txBox="1"/>
            <p:nvPr/>
          </p:nvSpPr>
          <p:spPr>
            <a:xfrm>
              <a:off x="1695450" y="2847975"/>
              <a:ext cx="381000" cy="228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6" name="6f898634-285a-4502-a714-2ba527099edd"/>
            <p:cNvSpPr txBox="1"/>
            <p:nvPr/>
          </p:nvSpPr>
          <p:spPr>
            <a:xfrm>
              <a:off x="1752600" y="2886075"/>
              <a:ext cx="266700" cy="1524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grpSp>
        <p:nvGrpSpPr>
          <p:cNvPr id="17" name="2814b670-0091-468a-b995-fdbfabdafa11"/>
          <p:cNvGrpSpPr/>
          <p:nvPr/>
        </p:nvGrpSpPr>
        <p:grpSpPr>
          <a:xfrm>
            <a:off x="2143125" y="2847975"/>
            <a:ext cx="1428750" cy="238125"/>
            <a:chOff x="2143125" y="2847975"/>
            <a:chExt cx="1428750" cy="238125"/>
          </a:xfrm>
        </p:grpSpPr>
        <p:sp>
          <p:nvSpPr>
            <p:cNvPr id="18" name="2814b670-0091-468a-b995-fdbfabdafa11"/>
            <p:cNvSpPr txBox="1"/>
            <p:nvPr/>
          </p:nvSpPr>
          <p:spPr>
            <a:xfrm>
              <a:off x="2143125" y="2847975"/>
              <a:ext cx="1428750" cy="238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9" name="2814b670-0091-468a-b995-fdbfabdafa11"/>
            <p:cNvSpPr txBox="1"/>
            <p:nvPr/>
          </p:nvSpPr>
          <p:spPr>
            <a:xfrm>
              <a:off x="2200275" y="2886075"/>
              <a:ext cx="1314450" cy="1619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sp>
        <p:nvSpPr>
          <p:cNvPr id="20" name="Menu">
            <a:hlinkClick r:id="rIdLink21" action="ppaction://hlinksldjump"/>
          </p:cNvPr>
          <p:cNvSpPr txBox="1"/>
          <p:nvPr/>
        </p:nvSpPr>
        <p:spPr>
          <a:xfrm>
            <a:off x="114300" y="5810250"/>
            <a:ext cx="13335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2563EB"/>
                </a:solidFill>
                <a:latin typeface="Arial"/>
              </a:rPr>
              <a:t xml:space="preserve">← Menu da jornada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Atendimento comple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e74b9a2d-1424-4548-911c-33575529434a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9cc69160-33ff-4a38-8318-bbee6187a11e"/>
          <p:cNvGrpSpPr/>
          <p:nvPr/>
        </p:nvGrpSpPr>
        <p:grpSpPr>
          <a:xfrm>
            <a:off x="381000" y="933450"/>
            <a:ext cx="6477000" cy="381000"/>
            <a:chOff x="381000" y="933450"/>
            <a:chExt cx="6477000" cy="381000"/>
          </a:xfrm>
        </p:grpSpPr>
        <p:sp>
          <p:nvSpPr>
            <p:cNvPr id="6" name="9cc69160-33ff-4a38-8318-bbee6187a11e"/>
            <p:cNvSpPr txBox="1"/>
            <p:nvPr/>
          </p:nvSpPr>
          <p:spPr>
            <a:xfrm>
              <a:off x="381000" y="933450"/>
              <a:ext cx="6477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650" b="1">
                  <a:solidFill>
                    <a:srgbClr val="4864A0"/>
                  </a:solidFill>
                  <a:latin typeface="Arial"/>
                </a:rPr>
                <a:t xml:space="preserve">Vamos começar seu atendimento</a:t>
              </a:r>
              <a:endParaRPr lang="pt-BR"/>
            </a:p>
          </p:txBody>
        </p:sp>
      </p:grpSp>
      <p:grpSp>
        <p:nvGrpSpPr>
          <p:cNvPr id="7" name="9632274b-04fa-4a4b-993d-9cbcaf458f57"/>
          <p:cNvGrpSpPr/>
          <p:nvPr/>
        </p:nvGrpSpPr>
        <p:grpSpPr>
          <a:xfrm>
            <a:off x="371475" y="1295400"/>
            <a:ext cx="6667500" cy="247650"/>
            <a:chOff x="371475" y="1295400"/>
            <a:chExt cx="6667500" cy="247650"/>
          </a:xfrm>
        </p:grpSpPr>
        <p:sp>
          <p:nvSpPr>
            <p:cNvPr id="8" name="9632274b-04fa-4a4b-993d-9cbcaf458f57"/>
            <p:cNvSpPr txBox="1"/>
            <p:nvPr/>
          </p:nvSpPr>
          <p:spPr>
            <a:xfrm>
              <a:off x="371475" y="1295400"/>
              <a:ext cx="6667500" cy="2476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Informe seu número para seguir com a jornada.</a:t>
              </a:r>
              <a:endParaRPr lang="pt-BR"/>
            </a:p>
          </p:txBody>
        </p:sp>
      </p:grpSp>
      <p:grpSp>
        <p:nvGrpSpPr>
          <p:cNvPr id="9" name="bf2b6d2f-715e-43b4-ae19-8b60ed1a9dc1"/>
          <p:cNvGrpSpPr/>
          <p:nvPr/>
        </p:nvGrpSpPr>
        <p:grpSpPr>
          <a:xfrm>
            <a:off x="590550" y="1866900"/>
            <a:ext cx="3333750" cy="419100"/>
            <a:chOff x="590550" y="1866900"/>
            <a:chExt cx="3333750" cy="419100"/>
          </a:xfrm>
        </p:grpSpPr>
        <p:sp>
          <p:nvSpPr>
            <p:cNvPr id="10" name="bf2b6d2f-715e-43b4-ae19-8b60ed1a9dc1"/>
            <p:cNvSpPr txBox="1"/>
            <p:nvPr/>
          </p:nvSpPr>
          <p:spPr>
            <a:xfrm>
              <a:off x="590550" y="1866900"/>
              <a:ext cx="333375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1" name="bf2b6d2f-715e-43b4-ae19-8b60ed1a9dc1"/>
            <p:cNvSpPr txBox="1"/>
            <p:nvPr/>
          </p:nvSpPr>
          <p:spPr>
            <a:xfrm>
              <a:off x="647700" y="1905000"/>
              <a:ext cx="3219450" cy="342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grpSp>
        <p:nvGrpSpPr>
          <p:cNvPr id="12" name="ca24d06a-0e24-43b0-97d8-e4a91adaed3b"/>
          <p:cNvGrpSpPr/>
          <p:nvPr/>
        </p:nvGrpSpPr>
        <p:grpSpPr>
          <a:xfrm>
            <a:off x="4962525" y="1704975"/>
            <a:ext cx="2190750" cy="2571750"/>
            <a:chOff x="4962525" y="1704975"/>
            <a:chExt cx="2190750" cy="2571750"/>
          </a:xfrm>
        </p:grpSpPr>
        <p:sp>
          <p:nvSpPr>
            <p:cNvPr id="13" name="ca24d06a-0e24-43b0-97d8-e4a91adaed3b"/>
            <p:cNvSpPr txBox="1"/>
            <p:nvPr/>
          </p:nvSpPr>
          <p:spPr>
            <a:xfrm>
              <a:off x="4981575" y="172402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4" name="ca24d06a-0e24-43b0-97d8-e4a91adaed3b"/>
            <p:cNvSpPr txBox="1"/>
            <p:nvPr/>
          </p:nvSpPr>
          <p:spPr>
            <a:xfrm>
              <a:off x="5057775" y="180022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1</a:t>
              </a:r>
              <a:endParaRPr lang="pt-BR"/>
            </a:p>
          </p:txBody>
        </p:sp>
        <p:sp>
          <p:nvSpPr>
            <p:cNvPr id="15" name="ca24d06a-0e24-43b0-97d8-e4a91adaed3b"/>
            <p:cNvSpPr txBox="1"/>
            <p:nvPr/>
          </p:nvSpPr>
          <p:spPr>
            <a:xfrm>
              <a:off x="5705475" y="172402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6" name="ca24d06a-0e24-43b0-97d8-e4a91adaed3b"/>
            <p:cNvSpPr txBox="1"/>
            <p:nvPr/>
          </p:nvSpPr>
          <p:spPr>
            <a:xfrm>
              <a:off x="5781675" y="180022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2</a:t>
              </a:r>
              <a:endParaRPr lang="pt-BR"/>
            </a:p>
          </p:txBody>
        </p:sp>
        <p:sp>
          <p:nvSpPr>
            <p:cNvPr id="17" name="ca24d06a-0e24-43b0-97d8-e4a91adaed3b"/>
            <p:cNvSpPr txBox="1"/>
            <p:nvPr/>
          </p:nvSpPr>
          <p:spPr>
            <a:xfrm>
              <a:off x="6438900" y="172402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8" name="ca24d06a-0e24-43b0-97d8-e4a91adaed3b"/>
            <p:cNvSpPr txBox="1"/>
            <p:nvPr/>
          </p:nvSpPr>
          <p:spPr>
            <a:xfrm>
              <a:off x="6515100" y="180022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3</a:t>
              </a:r>
              <a:endParaRPr lang="pt-BR"/>
            </a:p>
          </p:txBody>
        </p:sp>
        <p:sp>
          <p:nvSpPr>
            <p:cNvPr id="19" name="ca24d06a-0e24-43b0-97d8-e4a91adaed3b"/>
            <p:cNvSpPr txBox="1"/>
            <p:nvPr/>
          </p:nvSpPr>
          <p:spPr>
            <a:xfrm>
              <a:off x="4981575" y="23622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0" name="ca24d06a-0e24-43b0-97d8-e4a91adaed3b"/>
            <p:cNvSpPr txBox="1"/>
            <p:nvPr/>
          </p:nvSpPr>
          <p:spPr>
            <a:xfrm>
              <a:off x="5057775" y="24384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4</a:t>
              </a:r>
              <a:endParaRPr lang="pt-BR"/>
            </a:p>
          </p:txBody>
        </p:sp>
        <p:sp>
          <p:nvSpPr>
            <p:cNvPr id="21" name="ca24d06a-0e24-43b0-97d8-e4a91adaed3b"/>
            <p:cNvSpPr txBox="1"/>
            <p:nvPr/>
          </p:nvSpPr>
          <p:spPr>
            <a:xfrm>
              <a:off x="5705475" y="23622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2" name="ca24d06a-0e24-43b0-97d8-e4a91adaed3b"/>
            <p:cNvSpPr txBox="1"/>
            <p:nvPr/>
          </p:nvSpPr>
          <p:spPr>
            <a:xfrm>
              <a:off x="5781675" y="24384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5</a:t>
              </a:r>
              <a:endParaRPr lang="pt-BR"/>
            </a:p>
          </p:txBody>
        </p:sp>
        <p:sp>
          <p:nvSpPr>
            <p:cNvPr id="23" name="ca24d06a-0e24-43b0-97d8-e4a91adaed3b"/>
            <p:cNvSpPr txBox="1"/>
            <p:nvPr/>
          </p:nvSpPr>
          <p:spPr>
            <a:xfrm>
              <a:off x="6438900" y="23622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4" name="ca24d06a-0e24-43b0-97d8-e4a91adaed3b"/>
            <p:cNvSpPr txBox="1"/>
            <p:nvPr/>
          </p:nvSpPr>
          <p:spPr>
            <a:xfrm>
              <a:off x="6515100" y="24384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6</a:t>
              </a:r>
              <a:endParaRPr lang="pt-BR"/>
            </a:p>
          </p:txBody>
        </p:sp>
        <p:sp>
          <p:nvSpPr>
            <p:cNvPr id="25" name="ca24d06a-0e24-43b0-97d8-e4a91adaed3b"/>
            <p:cNvSpPr txBox="1"/>
            <p:nvPr/>
          </p:nvSpPr>
          <p:spPr>
            <a:xfrm>
              <a:off x="4981575" y="30099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6" name="ca24d06a-0e24-43b0-97d8-e4a91adaed3b"/>
            <p:cNvSpPr txBox="1"/>
            <p:nvPr/>
          </p:nvSpPr>
          <p:spPr>
            <a:xfrm>
              <a:off x="5057775" y="30861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7</a:t>
              </a:r>
              <a:endParaRPr lang="pt-BR"/>
            </a:p>
          </p:txBody>
        </p:sp>
        <p:sp>
          <p:nvSpPr>
            <p:cNvPr id="27" name="ca24d06a-0e24-43b0-97d8-e4a91adaed3b"/>
            <p:cNvSpPr txBox="1"/>
            <p:nvPr/>
          </p:nvSpPr>
          <p:spPr>
            <a:xfrm>
              <a:off x="5705475" y="30099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8" name="ca24d06a-0e24-43b0-97d8-e4a91adaed3b"/>
            <p:cNvSpPr txBox="1"/>
            <p:nvPr/>
          </p:nvSpPr>
          <p:spPr>
            <a:xfrm>
              <a:off x="5781675" y="30861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8</a:t>
              </a:r>
              <a:endParaRPr lang="pt-BR"/>
            </a:p>
          </p:txBody>
        </p:sp>
        <p:sp>
          <p:nvSpPr>
            <p:cNvPr id="29" name="ca24d06a-0e24-43b0-97d8-e4a91adaed3b"/>
            <p:cNvSpPr txBox="1"/>
            <p:nvPr/>
          </p:nvSpPr>
          <p:spPr>
            <a:xfrm>
              <a:off x="6438900" y="30099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0" name="ca24d06a-0e24-43b0-97d8-e4a91adaed3b"/>
            <p:cNvSpPr txBox="1"/>
            <p:nvPr/>
          </p:nvSpPr>
          <p:spPr>
            <a:xfrm>
              <a:off x="6515100" y="30861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9</a:t>
              </a:r>
              <a:endParaRPr lang="pt-BR"/>
            </a:p>
          </p:txBody>
        </p:sp>
        <p:sp>
          <p:nvSpPr>
            <p:cNvPr id="31" name="ca24d06a-0e24-43b0-97d8-e4a91adaed3b"/>
            <p:cNvSpPr txBox="1"/>
            <p:nvPr/>
          </p:nvSpPr>
          <p:spPr>
            <a:xfrm>
              <a:off x="4981575" y="364807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2" name="ca24d06a-0e24-43b0-97d8-e4a91adaed3b"/>
            <p:cNvSpPr txBox="1"/>
            <p:nvPr/>
          </p:nvSpPr>
          <p:spPr>
            <a:xfrm>
              <a:off x="5057775" y="372427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Limpar</a:t>
              </a:r>
              <a:endParaRPr lang="pt-BR"/>
            </a:p>
          </p:txBody>
        </p:sp>
        <p:sp>
          <p:nvSpPr>
            <p:cNvPr id="33" name="ca24d06a-0e24-43b0-97d8-e4a91adaed3b"/>
            <p:cNvSpPr txBox="1"/>
            <p:nvPr/>
          </p:nvSpPr>
          <p:spPr>
            <a:xfrm>
              <a:off x="5705475" y="364807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4" name="ca24d06a-0e24-43b0-97d8-e4a91adaed3b"/>
            <p:cNvSpPr txBox="1"/>
            <p:nvPr/>
          </p:nvSpPr>
          <p:spPr>
            <a:xfrm>
              <a:off x="5781675" y="372427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0</a:t>
              </a:r>
              <a:endParaRPr lang="pt-BR"/>
            </a:p>
          </p:txBody>
        </p:sp>
        <p:sp>
          <p:nvSpPr>
            <p:cNvPr id="35" name="ca24d06a-0e24-43b0-97d8-e4a91adaed3b"/>
            <p:cNvSpPr txBox="1"/>
            <p:nvPr/>
          </p:nvSpPr>
          <p:spPr>
            <a:xfrm>
              <a:off x="6438900" y="364807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6" name="ca24d06a-0e24-43b0-97d8-e4a91adaed3b"/>
            <p:cNvSpPr txBox="1"/>
            <p:nvPr/>
          </p:nvSpPr>
          <p:spPr>
            <a:xfrm>
              <a:off x="6515100" y="372427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⌫</a:t>
              </a:r>
              <a:endParaRPr lang="pt-BR"/>
            </a:p>
          </p:txBody>
        </p:sp>
      </p:grpSp>
      <p:grpSp>
        <p:nvGrpSpPr>
          <p:cNvPr id="37" name="55cb3154-a6cd-42b0-abe8-38cb27fc6014"/>
          <p:cNvGrpSpPr/>
          <p:nvPr/>
        </p:nvGrpSpPr>
        <p:grpSpPr>
          <a:xfrm>
            <a:off x="1362075" y="2476500"/>
            <a:ext cx="1809750" cy="457200"/>
            <a:chOff x="1362075" y="2476500"/>
            <a:chExt cx="1809750" cy="457200"/>
          </a:xfrm>
        </p:grpSpPr>
        <p:sp>
          <p:nvSpPr>
            <p:cNvPr id="38" name="55cb3154-a6cd-42b0-abe8-38cb27fc6014"/>
            <p:cNvSpPr txBox="1"/>
            <p:nvPr/>
          </p:nvSpPr>
          <p:spPr>
            <a:xfrm>
              <a:off x="1362075" y="2476500"/>
              <a:ext cx="1809750" cy="457200"/>
            </a:xfrm>
            <a:prstGeom prst="rect">
              <a:avLst/>
            </a:prstGeom>
            <a:solidFill>
              <a:srgbClr val="2563EB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9" name="55cb3154-a6cd-42b0-abe8-38cb27fc6014"/>
            <p:cNvSpPr txBox="1"/>
            <p:nvPr/>
          </p:nvSpPr>
          <p:spPr>
            <a:xfrm>
              <a:off x="1457325" y="2571750"/>
              <a:ext cx="161925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FFFFFF"/>
                  </a:solidFill>
                  <a:latin typeface="Arial"/>
                </a:rPr>
                <a:t xml:space="preserve">Continuar</a:t>
              </a:r>
              <a:endParaRPr lang="pt-BR"/>
            </a:p>
          </p:txBody>
        </p:sp>
      </p:grpSp>
      <p:grpSp>
        <p:nvGrpSpPr>
          <p:cNvPr id="40" name="53a39c69-d962-46f1-8001-d555cba7a2e7"/>
          <p:cNvGrpSpPr/>
          <p:nvPr/>
        </p:nvGrpSpPr>
        <p:grpSpPr>
          <a:xfrm>
            <a:off x="3562350" y="85725"/>
            <a:ext cx="1200150" cy="114300"/>
            <a:chOff x="3562350" y="85725"/>
            <a:chExt cx="1200150" cy="114300"/>
          </a:xfrm>
        </p:grpSpPr>
        <p:sp>
          <p:nvSpPr>
            <p:cNvPr id="41" name="53a39c69-d962-46f1-8001-d555cba7a2e7"/>
            <p:cNvSpPr txBox="1"/>
            <p:nvPr/>
          </p:nvSpPr>
          <p:spPr>
            <a:xfrm>
              <a:off x="3562350" y="85725"/>
              <a:ext cx="12001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BSB - 01/01/2026</a:t>
              </a:r>
              <a:endParaRPr lang="pt-BR"/>
            </a:p>
          </p:txBody>
        </p:sp>
      </p:grpSp>
      <p:grpSp>
        <p:nvGrpSpPr>
          <p:cNvPr id="42" name="67e7fd89-c14a-4d87-91fd-2ac676c5d040"/>
          <p:cNvGrpSpPr/>
          <p:nvPr/>
        </p:nvGrpSpPr>
        <p:grpSpPr>
          <a:xfrm>
            <a:off x="3562350" y="238125"/>
            <a:ext cx="1200150" cy="114300"/>
            <a:chOff x="3562350" y="238125"/>
            <a:chExt cx="1200150" cy="114300"/>
          </a:xfrm>
        </p:grpSpPr>
        <p:sp>
          <p:nvSpPr>
            <p:cNvPr id="43" name="67e7fd89-c14a-4d87-91fd-2ac676c5d040"/>
            <p:cNvSpPr txBox="1"/>
            <p:nvPr/>
          </p:nvSpPr>
          <p:spPr>
            <a:xfrm>
              <a:off x="3562350" y="238125"/>
              <a:ext cx="12001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12:00:00</a:t>
              </a:r>
              <a:endParaRPr lang="pt-BR"/>
            </a:p>
          </p:txBody>
        </p:sp>
      </p:grpSp>
      <p:grpSp>
        <p:nvGrpSpPr>
          <p:cNvPr id="44" name="87fd2281-6806-480d-b3c0-427e65d13be2"/>
          <p:cNvGrpSpPr/>
          <p:nvPr/>
        </p:nvGrpSpPr>
        <p:grpSpPr>
          <a:xfrm>
            <a:off x="4762500" y="57150"/>
            <a:ext cx="2114550" cy="114300"/>
            <a:chOff x="4762500" y="57150"/>
            <a:chExt cx="2114550" cy="114300"/>
          </a:xfrm>
        </p:grpSpPr>
        <p:sp>
          <p:nvSpPr>
            <p:cNvPr id="45" name="87fd2281-6806-480d-b3c0-427e65d13be2"/>
            <p:cNvSpPr txBox="1"/>
            <p:nvPr/>
          </p:nvSpPr>
          <p:spPr>
            <a:xfrm>
              <a:off x="4762500" y="57150"/>
              <a:ext cx="21145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PROPRIETÁRIO: L009666 - USUÁRIO</a:t>
              </a:r>
              <a:endParaRPr lang="pt-BR"/>
            </a:p>
          </p:txBody>
        </p:sp>
      </p:grpSp>
      <p:grpSp>
        <p:nvGrpSpPr>
          <p:cNvPr id="46" name="1a965991-5c5e-4fe5-8aa4-674ac63793bd"/>
          <p:cNvGrpSpPr/>
          <p:nvPr/>
        </p:nvGrpSpPr>
        <p:grpSpPr>
          <a:xfrm>
            <a:off x="4762500" y="171450"/>
            <a:ext cx="2114550" cy="114300"/>
            <a:chOff x="4762500" y="171450"/>
            <a:chExt cx="2114550" cy="114300"/>
          </a:xfrm>
        </p:grpSpPr>
        <p:sp>
          <p:nvSpPr>
            <p:cNvPr id="47" name="1a965991-5c5e-4fe5-8aa4-674ac63793bd"/>
            <p:cNvSpPr txBox="1"/>
            <p:nvPr/>
          </p:nvSpPr>
          <p:spPr>
            <a:xfrm>
              <a:off x="4762500" y="171450"/>
              <a:ext cx="21145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Terminal: 000599</a:t>
              </a:r>
              <a:endParaRPr lang="pt-BR"/>
            </a:p>
          </p:txBody>
        </p:sp>
      </p:grpSp>
      <p:grpSp>
        <p:nvGrpSpPr>
          <p:cNvPr id="48" name="e62d7c50-8572-46d4-883a-967849fbcfe5"/>
          <p:cNvGrpSpPr/>
          <p:nvPr/>
        </p:nvGrpSpPr>
        <p:grpSpPr>
          <a:xfrm>
            <a:off x="4762500" y="285750"/>
            <a:ext cx="2114550" cy="114300"/>
            <a:chOff x="4762500" y="285750"/>
            <a:chExt cx="2114550" cy="114300"/>
          </a:xfrm>
        </p:grpSpPr>
        <p:sp>
          <p:nvSpPr>
            <p:cNvPr id="49" name="e62d7c50-8572-46d4-883a-967849fbcfe5"/>
            <p:cNvSpPr txBox="1"/>
            <p:nvPr/>
          </p:nvSpPr>
          <p:spPr>
            <a:xfrm>
              <a:off x="4762500" y="285750"/>
              <a:ext cx="21145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LOTÉRICA: 009999</a:t>
              </a:r>
              <a:endParaRPr lang="pt-BR"/>
            </a:p>
          </p:txBody>
        </p:sp>
      </p:grpSp>
      <p:grpSp>
        <p:nvGrpSpPr>
          <p:cNvPr id="50" name="f5210933-3655-4379-8227-50534a76d6d8"/>
          <p:cNvGrpSpPr/>
          <p:nvPr/>
        </p:nvGrpSpPr>
        <p:grpSpPr>
          <a:xfrm>
            <a:off x="6877050" y="57150"/>
            <a:ext cx="742950" cy="114300"/>
            <a:chOff x="6877050" y="57150"/>
            <a:chExt cx="742950" cy="114300"/>
          </a:xfrm>
        </p:grpSpPr>
        <p:sp>
          <p:nvSpPr>
            <p:cNvPr id="51" name="f5210933-3655-4379-8227-50534a76d6d8"/>
            <p:cNvSpPr txBox="1"/>
            <p:nvPr/>
          </p:nvSpPr>
          <p:spPr>
            <a:xfrm>
              <a:off x="6877050" y="57150"/>
              <a:ext cx="7429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GATEWAY</a:t>
              </a:r>
              <a:endParaRPr lang="pt-BR"/>
            </a:p>
          </p:txBody>
        </p:sp>
      </p:grpSp>
      <p:grpSp>
        <p:nvGrpSpPr>
          <p:cNvPr id="52" name="31ec0954-eda1-4a05-9e94-f3c5c9628e3a"/>
          <p:cNvGrpSpPr/>
          <p:nvPr/>
        </p:nvGrpSpPr>
        <p:grpSpPr>
          <a:xfrm>
            <a:off x="6877050" y="171450"/>
            <a:ext cx="742950" cy="114300"/>
            <a:chOff x="6877050" y="171450"/>
            <a:chExt cx="742950" cy="114300"/>
          </a:xfrm>
        </p:grpSpPr>
        <p:sp>
          <p:nvSpPr>
            <p:cNvPr id="53" name="31ec0954-eda1-4a05-9e94-f3c5c9628e3a"/>
            <p:cNvSpPr txBox="1"/>
            <p:nvPr/>
          </p:nvSpPr>
          <p:spPr>
            <a:xfrm>
              <a:off x="6877050" y="171450"/>
              <a:ext cx="7429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DNS</a:t>
              </a:r>
              <a:endParaRPr lang="pt-BR"/>
            </a:p>
          </p:txBody>
        </p:sp>
      </p:grpSp>
      <p:grpSp>
        <p:nvGrpSpPr>
          <p:cNvPr id="54" name="a86deadb-3914-478f-9589-9d3e38a44720"/>
          <p:cNvGrpSpPr/>
          <p:nvPr/>
        </p:nvGrpSpPr>
        <p:grpSpPr>
          <a:xfrm>
            <a:off x="6877050" y="285750"/>
            <a:ext cx="742950" cy="114300"/>
            <a:chOff x="6877050" y="285750"/>
            <a:chExt cx="742950" cy="114300"/>
          </a:xfrm>
        </p:grpSpPr>
        <p:sp>
          <p:nvSpPr>
            <p:cNvPr id="55" name="a86deadb-3914-478f-9589-9d3e38a44720"/>
            <p:cNvSpPr txBox="1"/>
            <p:nvPr/>
          </p:nvSpPr>
          <p:spPr>
            <a:xfrm>
              <a:off x="6877050" y="285750"/>
              <a:ext cx="7429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HTTP</a:t>
              </a:r>
              <a:endParaRPr lang="pt-BR"/>
            </a:p>
          </p:txBody>
        </p:sp>
      </p:grpSp>
      <p:grpSp>
        <p:nvGrpSpPr>
          <p:cNvPr id="56" name="26275edc-c360-4f03-95e0-d3f4fb791267"/>
          <p:cNvGrpSpPr/>
          <p:nvPr/>
        </p:nvGrpSpPr>
        <p:grpSpPr>
          <a:xfrm>
            <a:off x="0" y="514350"/>
            <a:ext cx="7620000" cy="266700"/>
            <a:chOff x="0" y="514350"/>
            <a:chExt cx="7620000" cy="266700"/>
          </a:xfrm>
        </p:grpSpPr>
        <p:pic>
          <p:nvPicPr>
            <p:cNvPr id="57" name="3f0ad350-5918-4ebe-9eda-96160b270701"/>
            <p:cNvPicPr/>
            <p:nvPr/>
          </p:nvPicPr>
          <p:blipFill>
            <a:blip r:embed="rIdImage57"/>
            <a:stretch>
              <a:fillRect/>
            </a:stretch>
          </p:blipFill>
          <p:spPr>
            <a:xfrm>
              <a:off x="0" y="514350"/>
              <a:ext cx="7620000" cy="266700"/>
            </a:xfrm>
            <a:prstGeom prst="rect">
              <a:avLst/>
            </a:prstGeom>
          </p:spPr>
        </p:pic>
        <p:sp>
          <p:nvSpPr>
            <p:cNvPr id="58" name="26275edc-c360-4f03-95e0-d3f4fb791267"/>
            <p:cNvSpPr txBox="1"/>
            <p:nvPr/>
          </p:nvSpPr>
          <p:spPr>
            <a:xfrm>
              <a:off x="0" y="514350"/>
              <a:ext cx="762000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r"/>
              <a:r>
                <a:rPr lang="pt-BR" sz="1350" b="1">
                  <a:solidFill>
                    <a:srgbClr val="FFFFFF"/>
                  </a:solidFill>
                  <a:latin typeface="Arial"/>
                </a:rPr>
                <a:t xml:space="preserve">Atendimento</a:t>
              </a:r>
              <a:endParaRPr lang="pt-BR"/>
            </a:p>
          </p:txBody>
        </p:sp>
      </p:grpSp>
      <p:sp>
        <p:nvSpPr>
          <p:cNvPr id="59" name="Cursor"/>
          <p:cNvSpPr txBox="1"/>
          <p:nvPr/>
        </p:nvSpPr>
        <p:spPr>
          <a:xfrm>
            <a:off x="0" y="0"/>
            <a:ext cx="114300" cy="171450"/>
          </a:xfrm>
          <a:prstGeom prst="rtTriangl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sp>
        <p:nvSpPr>
          <p:cNvPr id="60" name="Clique"/>
          <p:cNvSpPr txBox="1"/>
          <p:nvPr/>
        </p:nvSpPr>
        <p:spPr>
          <a:xfrm>
            <a:off x="2162175" y="1981200"/>
            <a:ext cx="266700" cy="266700"/>
          </a:xfrm>
          <a:prstGeom prst="ellipse">
            <a:avLst/>
          </a:prstGeom>
          <a:noFill/>
          <a:ln w="9525">
            <a:solidFill>
              <a:srgbClr val="F59E0B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sp>
        <p:nvSpPr>
          <p:cNvPr id="61" name="Digitação"/>
          <p:cNvSpPr txBox="1"/>
          <p:nvPr/>
        </p:nvSpPr>
        <p:spPr>
          <a:xfrm>
            <a:off x="647700" y="1905000"/>
            <a:ext cx="3219450" cy="342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4864A0"/>
                </a:solidFill>
                <a:latin typeface="Arial"/>
              </a:rPr>
              <a:t xml:space="preserve">1</a:t>
            </a:r>
            <a:endParaRPr lang="pt-BR"/>
          </a:p>
        </p:txBody>
      </p:sp>
      <p:sp>
        <p:nvSpPr>
          <p:cNvPr id="62" name="Digitação"/>
          <p:cNvSpPr txBox="1"/>
          <p:nvPr/>
        </p:nvSpPr>
        <p:spPr>
          <a:xfrm>
            <a:off x="647700" y="1905000"/>
            <a:ext cx="3219450" cy="342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4864A0"/>
                </a:solidFill>
                <a:latin typeface="Arial"/>
              </a:rPr>
              <a:t xml:space="preserve">12</a:t>
            </a:r>
            <a:endParaRPr lang="pt-BR"/>
          </a:p>
        </p:txBody>
      </p:sp>
      <p:sp>
        <p:nvSpPr>
          <p:cNvPr id="63" name="Digitação"/>
          <p:cNvSpPr txBox="1"/>
          <p:nvPr/>
        </p:nvSpPr>
        <p:spPr>
          <a:xfrm>
            <a:off x="647700" y="1905000"/>
            <a:ext cx="3219450" cy="342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4864A0"/>
                </a:solidFill>
                <a:latin typeface="Arial"/>
              </a:rPr>
              <a:t xml:space="preserve">123</a:t>
            </a:r>
            <a:endParaRPr lang="pt-BR"/>
          </a:p>
        </p:txBody>
      </p:sp>
      <p:sp>
        <p:nvSpPr>
          <p:cNvPr id="64" name="Digitação"/>
          <p:cNvSpPr txBox="1"/>
          <p:nvPr/>
        </p:nvSpPr>
        <p:spPr>
          <a:xfrm>
            <a:off x="647700" y="1905000"/>
            <a:ext cx="3219450" cy="342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4864A0"/>
                </a:solidFill>
                <a:latin typeface="Arial"/>
              </a:rPr>
              <a:t xml:space="preserve">1234</a:t>
            </a:r>
            <a:endParaRPr lang="pt-BR"/>
          </a:p>
        </p:txBody>
      </p:sp>
      <p:sp>
        <p:nvSpPr>
          <p:cNvPr id="65" name="Digitação"/>
          <p:cNvSpPr txBox="1"/>
          <p:nvPr/>
        </p:nvSpPr>
        <p:spPr>
          <a:xfrm>
            <a:off x="647700" y="1905000"/>
            <a:ext cx="3219450" cy="342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4864A0"/>
                </a:solidFill>
                <a:latin typeface="Arial"/>
              </a:rPr>
              <a:t xml:space="preserve">12345</a:t>
            </a:r>
            <a:endParaRPr lang="pt-BR"/>
          </a:p>
        </p:txBody>
      </p:sp>
      <p:sp>
        <p:nvSpPr>
          <p:cNvPr id="66" name="Digitação"/>
          <p:cNvSpPr txBox="1"/>
          <p:nvPr/>
        </p:nvSpPr>
        <p:spPr>
          <a:xfrm>
            <a:off x="647700" y="1905000"/>
            <a:ext cx="3219450" cy="342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4864A0"/>
                </a:solidFill>
                <a:latin typeface="Arial"/>
              </a:rPr>
              <a:t xml:space="preserve">123456</a:t>
            </a:r>
            <a:endParaRPr lang="pt-BR"/>
          </a:p>
        </p:txBody>
      </p:sp>
      <p:sp>
        <p:nvSpPr>
          <p:cNvPr id="67" name="Clique"/>
          <p:cNvSpPr txBox="1"/>
          <p:nvPr/>
        </p:nvSpPr>
        <p:spPr>
          <a:xfrm>
            <a:off x="2171700" y="2609850"/>
            <a:ext cx="266700" cy="266700"/>
          </a:xfrm>
          <a:prstGeom prst="ellipse">
            <a:avLst/>
          </a:prstGeom>
          <a:noFill/>
          <a:ln w="9525">
            <a:solidFill>
              <a:srgbClr val="F59E0B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</p:spTree>
  </p:cSld>
  <p:clrMapOvr>
    <a:masterClrMapping/>
  </p:clrMapOvr>
  <p:transition spd="fast" p14:dur="300" advClick="0" advTm="4100">
    <p:fade/>
  </p:transition>
  <p:timing>
    <p:tnLst>
      <p:par>
        <p:cTn id="1" dur="indefinite" restart="never" nodeType="tmRoot">
          <p:childTnLst>
            <p:par>
              <p:cTn id="2" dur="indefinite" fill="hold">
                <p:stCondLst>
                  <p:cond delay="0"/>
                </p:stCondLst>
                <p:childTnLst>
                  <p:animMotion origin="layout" path="M 0.0000000 0.0000000 L 0.2962500 0.3406250 E" pathEditMode="relative">
                    <p:cBhvr>
                      <p:cTn id="4" dur="600" fill="hold">
                        <p:stCondLst>
                          <p:cond delay="0"/>
                        </p:stCondLst>
                      </p:cTn>
                      <p:tgtEl>
                        <p:spTgt spid="59"/>
                      </p:tgtEl>
                      <p:attrNameLst>
                        <p:attrName>ppt_x</p:attrName>
                      </p:attrNameLst>
                    </p:cBhvr>
                  </p:animMotion>
                  <p:animMotion origin="layout" path="M 0.2962500 0.3406250 L 0.2962500 0.3406250 E" pathEditMode="relative">
                    <p:cBhvr>
                      <p:cTn id="5" dur="1" fill="hold">
                        <p:stCondLst>
                          <p:cond delay="600"/>
                        </p:stCondLst>
                      </p:cTn>
                      <p:tgtEl>
                        <p:spTgt spid="59"/>
                      </p:tgtEl>
                      <p:attrNameLst>
                        <p:attrName>ppt_x</p:attrName>
                      </p:attrNameLst>
                    </p:cBhvr>
                  </p:animMotion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60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601"/>
                        </p:stCondLst>
                      </p:cTn>
                      <p:tgtEl>
                        <p:spTgt spid="6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8" dur="1" fill="hold">
                        <p:stCondLst>
                          <p:cond delay="900"/>
                        </p:stCondLst>
                      </p:cTn>
                      <p:tgtEl>
                        <p:spTgt spid="60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9" dur="1" fill="hold">
                        <p:stCondLst>
                          <p:cond delay="0"/>
                        </p:stCondLst>
                      </p:cTn>
                      <p:tgtEl>
                        <p:spTgt spid="61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0" dur="1" fill="hold">
                        <p:stCondLst>
                          <p:cond delay="1150"/>
                        </p:stCondLst>
                      </p:cTn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1" dur="1" fill="hold">
                        <p:stCondLst>
                          <p:cond delay="1150"/>
                        </p:stCondLst>
                      </p:cTn>
                      <p:tgtEl>
                        <p:spTgt spid="6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12" dur="1" fill="hold">
                        <p:stCondLst>
                          <p:cond delay="0"/>
                        </p:stCondLst>
                      </p:cTn>
                      <p:tgtEl>
                        <p:spTgt spid="6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3" dur="1" fill="hold">
                        <p:stCondLst>
                          <p:cond delay="1400"/>
                        </p:stCondLst>
                      </p:cTn>
                      <p:tgtEl>
                        <p:spTgt spid="61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4" dur="1" fill="hold">
                        <p:stCondLst>
                          <p:cond delay="1400"/>
                        </p:stCondLst>
                      </p:cTn>
                      <p:tgtEl>
                        <p:spTgt spid="6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15" dur="1" fill="hold">
                        <p:stCondLst>
                          <p:cond delay="0"/>
                        </p:stCondLst>
                      </p:cTn>
                      <p:tgtEl>
                        <p:spTgt spid="6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6" dur="1" fill="hold">
                        <p:stCondLst>
                          <p:cond delay="1650"/>
                        </p:stCondLst>
                      </p:cTn>
                      <p:tgtEl>
                        <p:spTgt spid="6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7" dur="1" fill="hold">
                        <p:stCondLst>
                          <p:cond delay="1650"/>
                        </p:stCondLst>
                      </p:cTn>
                      <p:tgtEl>
                        <p:spTgt spid="6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18" dur="1" fill="hold">
                        <p:stCondLst>
                          <p:cond delay="0"/>
                        </p:stCondLst>
                      </p:cTn>
                      <p:tgtEl>
                        <p:spTgt spid="6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9" dur="1" fill="hold">
                        <p:stCondLst>
                          <p:cond delay="1900"/>
                        </p:stCondLst>
                      </p:cTn>
                      <p:tgtEl>
                        <p:spTgt spid="6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0" dur="1" fill="hold">
                        <p:stCondLst>
                          <p:cond delay="1900"/>
                        </p:stCondLst>
                      </p:cTn>
                      <p:tgtEl>
                        <p:spTgt spid="6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21" dur="1" fill="hold">
                        <p:stCondLst>
                          <p:cond delay="0"/>
                        </p:stCondLst>
                      </p:cTn>
                      <p:tgtEl>
                        <p:spTgt spid="6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2" dur="1" fill="hold">
                        <p:stCondLst>
                          <p:cond delay="2150"/>
                        </p:stCondLst>
                      </p:cTn>
                      <p:tgtEl>
                        <p:spTgt spid="6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3" dur="1" fill="hold">
                        <p:stCondLst>
                          <p:cond delay="2150"/>
                        </p:stCondLst>
                      </p:cTn>
                      <p:tgtEl>
                        <p:spTgt spid="6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24" dur="1" fill="hold">
                        <p:stCondLst>
                          <p:cond delay="0"/>
                        </p:stCondLst>
                      </p:cTn>
                      <p:tgtEl>
                        <p:spTgt spid="6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5" dur="1" fill="hold">
                        <p:stCondLst>
                          <p:cond delay="2400"/>
                        </p:stCondLst>
                      </p:cTn>
                      <p:tgtEl>
                        <p:spTgt spid="6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6" dur="1" fill="hold">
                        <p:stCondLst>
                          <p:cond delay="2400"/>
                        </p:stCondLst>
                      </p:cTn>
                      <p:tgtEl>
                        <p:spTgt spid="6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Motion origin="layout" path="M 0.2962500 0.3406250 L 0.2975000 0.4437500 E" pathEditMode="relative">
                    <p:cBhvr>
                      <p:cTn id="27" dur="500" fill="hold">
                        <p:stCondLst>
                          <p:cond delay="3100"/>
                        </p:stCondLst>
                      </p:cTn>
                      <p:tgtEl>
                        <p:spTgt spid="59"/>
                      </p:tgtEl>
                      <p:attrNameLst>
                        <p:attrName>ppt_x</p:attrName>
                      </p:attrNameLst>
                    </p:cBhvr>
                  </p:animMotion>
                  <p:animMotion origin="layout" path="M 0.2975000 0.4437500 L 0.2975000 0.4437500 E" pathEditMode="relative">
                    <p:cBhvr>
                      <p:cTn id="28" dur="1" fill="hold">
                        <p:stCondLst>
                          <p:cond delay="3600"/>
                        </p:stCondLst>
                      </p:cTn>
                      <p:tgtEl>
                        <p:spTgt spid="59"/>
                      </p:tgtEl>
                      <p:attrNameLst>
                        <p:attrName>ppt_x</p:attrName>
                      </p:attrNameLst>
                    </p:cBhvr>
                  </p:animMotion>
                  <p:set>
                    <p:cBhvr>
                      <p:cTn id="29" dur="1" fill="hold">
                        <p:stCondLst>
                          <p:cond delay="0"/>
                        </p:stCondLst>
                      </p:cTn>
                      <p:tgtEl>
                        <p:spTgt spid="6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30" dur="1" fill="hold">
                        <p:stCondLst>
                          <p:cond delay="3601"/>
                        </p:stCondLst>
                      </p:cTn>
                      <p:tgtEl>
                        <p:spTgt spid="6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31" dur="1" fill="hold">
                        <p:stCondLst>
                          <p:cond delay="3900"/>
                        </p:stCondLst>
                      </p:cTn>
                      <p:tgtEl>
                        <p:spTgt spid="6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Atendimento comple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e74b9a2d-1424-4548-911c-33575529434a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757928a0-ac6c-4150-824b-8c4e8b932c9a"/>
          <p:cNvGrpSpPr/>
          <p:nvPr/>
        </p:nvGrpSpPr>
        <p:grpSpPr>
          <a:xfrm>
            <a:off x="457200" y="457200"/>
            <a:ext cx="6667500" cy="381000"/>
            <a:chOff x="457200" y="457200"/>
            <a:chExt cx="6667500" cy="381000"/>
          </a:xfrm>
        </p:grpSpPr>
        <p:sp>
          <p:nvSpPr>
            <p:cNvPr id="6" name="757928a0-ac6c-4150-824b-8c4e8b932c9a"/>
            <p:cNvSpPr txBox="1"/>
            <p:nvPr/>
          </p:nvSpPr>
          <p:spPr>
            <a:xfrm>
              <a:off x="457200" y="457200"/>
              <a:ext cx="66675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650" b="1">
                  <a:solidFill>
                    <a:srgbClr val="4864A0"/>
                  </a:solidFill>
                  <a:latin typeface="Arial"/>
                </a:rPr>
                <a:t xml:space="preserve">Confira os detalhes</a:t>
              </a:r>
              <a:endParaRPr lang="pt-BR"/>
            </a:p>
          </p:txBody>
        </p:sp>
      </p:grpSp>
      <p:grpSp>
        <p:nvGrpSpPr>
          <p:cNvPr id="7" name="abe96b64-71fc-46e5-b3b0-63d0ab4f3829"/>
          <p:cNvGrpSpPr/>
          <p:nvPr/>
        </p:nvGrpSpPr>
        <p:grpSpPr>
          <a:xfrm>
            <a:off x="457200" y="1028700"/>
            <a:ext cx="6667500" cy="247650"/>
            <a:chOff x="457200" y="1028700"/>
            <a:chExt cx="6667500" cy="247650"/>
          </a:xfrm>
        </p:grpSpPr>
        <p:sp>
          <p:nvSpPr>
            <p:cNvPr id="8" name="abe96b64-71fc-46e5-b3b0-63d0ab4f3829"/>
            <p:cNvSpPr txBox="1"/>
            <p:nvPr/>
          </p:nvSpPr>
          <p:spPr>
            <a:xfrm>
              <a:off x="457200" y="1028700"/>
              <a:ext cx="6667500" cy="2476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Escolha uma opção e confirme o atendimento.</a:t>
              </a:r>
              <a:endParaRPr lang="pt-BR"/>
            </a:p>
          </p:txBody>
        </p:sp>
      </p:grpSp>
      <p:grpSp>
        <p:nvGrpSpPr>
          <p:cNvPr id="9" name="45e80fe8-f4e2-4dd3-97e4-d248ec5602f9"/>
          <p:cNvGrpSpPr/>
          <p:nvPr/>
        </p:nvGrpSpPr>
        <p:grpSpPr>
          <a:xfrm>
            <a:off x="457200" y="1562100"/>
            <a:ext cx="3619500" cy="2476500"/>
            <a:chOff x="457200" y="1562100"/>
            <a:chExt cx="3619500" cy="2476500"/>
          </a:xfrm>
        </p:grpSpPr>
        <p:sp>
          <p:nvSpPr>
            <p:cNvPr id="10" name="45e80fe8-f4e2-4dd3-97e4-d248ec5602f9"/>
            <p:cNvSpPr txBox="1"/>
            <p:nvPr/>
          </p:nvSpPr>
          <p:spPr>
            <a:xfrm>
              <a:off x="457200" y="1562100"/>
              <a:ext cx="3619500" cy="2476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1" name="45e80fe8-f4e2-4dd3-97e4-d248ec5602f9"/>
            <p:cNvSpPr txBox="1"/>
            <p:nvPr/>
          </p:nvSpPr>
          <p:spPr>
            <a:xfrm>
              <a:off x="457200" y="1562100"/>
              <a:ext cx="3619500" cy="266700"/>
            </a:xfrm>
            <a:prstGeom prst="rect">
              <a:avLst/>
            </a:prstGeom>
            <a:solidFill>
              <a:srgbClr val="EFF6FF"/>
            </a:solidFill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2" name="45e80fe8-f4e2-4dd3-97e4-d248ec5602f9"/>
            <p:cNvSpPr txBox="1"/>
            <p:nvPr/>
          </p:nvSpPr>
          <p:spPr>
            <a:xfrm>
              <a:off x="533400" y="1609725"/>
              <a:ext cx="3467100" cy="1714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Resumo do atendimento</a:t>
              </a:r>
              <a:endParaRPr lang="pt-BR"/>
            </a:p>
          </p:txBody>
        </p:sp>
        <p:sp>
          <p:nvSpPr>
            <p:cNvPr id="13" name="45e80fe8-f4e2-4dd3-97e4-d248ec5602f9"/>
            <p:cNvSpPr txBox="1"/>
            <p:nvPr/>
          </p:nvSpPr>
          <p:spPr>
            <a:xfrm>
              <a:off x="533400" y="1885950"/>
              <a:ext cx="3467100" cy="2095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Serviço: atendimento presencial</a:t>
              </a:r>
              <a:endParaRPr lang="pt-BR"/>
            </a:p>
          </p:txBody>
        </p:sp>
        <p:sp>
          <p:nvSpPr>
            <p:cNvPr id="14" name="45e80fe8-f4e2-4dd3-97e4-d248ec5602f9"/>
            <p:cNvSpPr txBox="1"/>
            <p:nvPr/>
          </p:nvSpPr>
          <p:spPr>
            <a:xfrm>
              <a:off x="533400" y="2114550"/>
              <a:ext cx="3467100" cy="2095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Unidade: agência de demonstração</a:t>
              </a:r>
              <a:endParaRPr lang="pt-BR"/>
            </a:p>
          </p:txBody>
        </p:sp>
      </p:grpSp>
      <p:grpSp>
        <p:nvGrpSpPr>
          <p:cNvPr id="15" name="4d102bbc-a3ad-4030-b5fb-0163b7c5f66c"/>
          <p:cNvGrpSpPr/>
          <p:nvPr/>
        </p:nvGrpSpPr>
        <p:grpSpPr>
          <a:xfrm>
            <a:off x="4476750" y="1562100"/>
            <a:ext cx="2476500" cy="838200"/>
            <a:chOff x="4476750" y="1562100"/>
            <a:chExt cx="2476500" cy="838200"/>
          </a:xfrm>
        </p:grpSpPr>
        <p:sp>
          <p:nvSpPr>
            <p:cNvPr id="16" name="4d102bbc-a3ad-4030-b5fb-0163b7c5f66c"/>
            <p:cNvSpPr txBox="1"/>
            <p:nvPr/>
          </p:nvSpPr>
          <p:spPr>
            <a:xfrm>
              <a:off x="4476750" y="1562100"/>
              <a:ext cx="2476500" cy="2095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○ Opção 1</a:t>
              </a:r>
              <a:endParaRPr lang="pt-BR"/>
            </a:p>
          </p:txBody>
        </p:sp>
        <p:sp>
          <p:nvSpPr>
            <p:cNvPr id="17" name="4d102bbc-a3ad-4030-b5fb-0163b7c5f66c"/>
            <p:cNvSpPr txBox="1"/>
            <p:nvPr/>
          </p:nvSpPr>
          <p:spPr>
            <a:xfrm>
              <a:off x="4476750" y="1790700"/>
              <a:ext cx="2476500" cy="2095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○ Opção 2</a:t>
              </a:r>
              <a:endParaRPr lang="pt-BR"/>
            </a:p>
          </p:txBody>
        </p:sp>
      </p:grpSp>
      <p:grpSp>
        <p:nvGrpSpPr>
          <p:cNvPr id="18" name="d54189f3-993b-4822-ae0c-0a94a39ab29f"/>
          <p:cNvGrpSpPr/>
          <p:nvPr/>
        </p:nvGrpSpPr>
        <p:grpSpPr>
          <a:xfrm>
            <a:off x="457200" y="4381500"/>
            <a:ext cx="1809750" cy="457200"/>
            <a:chOff x="457200" y="4381500"/>
            <a:chExt cx="1809750" cy="457200"/>
          </a:xfrm>
        </p:grpSpPr>
        <p:sp>
          <p:nvSpPr>
            <p:cNvPr id="19" name="d54189f3-993b-4822-ae0c-0a94a39ab29f"/>
            <p:cNvSpPr txBox="1"/>
            <p:nvPr/>
          </p:nvSpPr>
          <p:spPr>
            <a:xfrm>
              <a:off x="457200" y="4381500"/>
              <a:ext cx="1809750" cy="457200"/>
            </a:xfrm>
            <a:prstGeom prst="rect">
              <a:avLst/>
            </a:prstGeom>
            <a:solidFill>
              <a:srgbClr val="2563EB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0" name="d54189f3-993b-4822-ae0c-0a94a39ab29f"/>
            <p:cNvSpPr txBox="1"/>
            <p:nvPr/>
          </p:nvSpPr>
          <p:spPr>
            <a:xfrm>
              <a:off x="552450" y="4476750"/>
              <a:ext cx="161925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FFFFFF"/>
                  </a:solidFill>
                  <a:latin typeface="Arial"/>
                </a:rPr>
                <a:t xml:space="preserve">Confirmar</a:t>
              </a:r>
              <a:endParaRPr lang="pt-BR"/>
            </a:p>
          </p:txBody>
        </p:sp>
      </p:grpSp>
      <p:sp>
        <p:nvSpPr>
          <p:cNvPr id="21" name="Cursor"/>
          <p:cNvSpPr txBox="1"/>
          <p:nvPr/>
        </p:nvSpPr>
        <p:spPr>
          <a:xfrm>
            <a:off x="0" y="0"/>
            <a:ext cx="114300" cy="171450"/>
          </a:xfrm>
          <a:prstGeom prst="rtTriangl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sp>
        <p:nvSpPr>
          <p:cNvPr id="22" name="Clique"/>
          <p:cNvSpPr txBox="1"/>
          <p:nvPr/>
        </p:nvSpPr>
        <p:spPr>
          <a:xfrm>
            <a:off x="1266825" y="4514850"/>
            <a:ext cx="266700" cy="266700"/>
          </a:xfrm>
          <a:prstGeom prst="ellipse">
            <a:avLst/>
          </a:prstGeom>
          <a:noFill/>
          <a:ln w="9525">
            <a:solidFill>
              <a:srgbClr val="F59E0B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</p:spTree>
  </p:cSld>
  <p:clrMapOvr>
    <a:masterClrMapping/>
  </p:clrMapOvr>
  <p:transition spd="fast" p14:dur="300" advClick="0" advTm="1700">
    <p:fade/>
  </p:transition>
  <p:timing>
    <p:tnLst>
      <p:par>
        <p:cTn id="1" dur="indefinite" restart="never" nodeType="tmRoot">
          <p:childTnLst>
            <p:par>
              <p:cTn id="2" dur="indefinite" fill="hold">
                <p:stCondLst>
                  <p:cond delay="0"/>
                </p:stCondLst>
                <p:childTnLst>
                  <p:animMotion origin="layout" path="M 0.0000000 0.0000000 L 0.1787500 0.7562500 E" pathEditMode="relative">
                    <p:cBhvr>
                      <p:cTn id="4" dur="500" fill="hold">
                        <p:stCondLst>
                          <p:cond delay="700"/>
                        </p:stCondLst>
                      </p:cTn>
                      <p:tgtEl>
                        <p:spTgt spid="21"/>
                      </p:tgtEl>
                      <p:attrNameLst>
                        <p:attrName>ppt_x</p:attrName>
                      </p:attrNameLst>
                    </p:cBhvr>
                  </p:animMotion>
                  <p:animMotion origin="layout" path="M 0.1787500 0.7562500 L 0.1787500 0.7562500 E" pathEditMode="relative">
                    <p:cBhvr>
                      <p:cTn id="5" dur="1" fill="hold">
                        <p:stCondLst>
                          <p:cond delay="1200"/>
                        </p:stCondLst>
                      </p:cTn>
                      <p:tgtEl>
                        <p:spTgt spid="21"/>
                      </p:tgtEl>
                      <p:attrNameLst>
                        <p:attrName>ppt_x</p:attrName>
                      </p:attrNameLst>
                    </p:cBhvr>
                  </p:animMotion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1201"/>
                        </p:stCondLst>
                      </p:cTn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8" dur="1" fill="hold">
                        <p:stCondLst>
                          <p:cond delay="1500"/>
                        </p:stCondLst>
                      </p:cTn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Atendimento comple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e74b9a2d-1424-4548-911c-33575529434a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7bbdf864-0960-4302-b364-65106628a861"/>
          <p:cNvGrpSpPr/>
          <p:nvPr/>
        </p:nvGrpSpPr>
        <p:grpSpPr>
          <a:xfrm>
            <a:off x="457200" y="952500"/>
            <a:ext cx="6667500" cy="400050"/>
            <a:chOff x="457200" y="952500"/>
            <a:chExt cx="6667500" cy="400050"/>
          </a:xfrm>
        </p:grpSpPr>
        <p:sp>
          <p:nvSpPr>
            <p:cNvPr id="6" name="7bbdf864-0960-4302-b364-65106628a861"/>
            <p:cNvSpPr txBox="1"/>
            <p:nvPr/>
          </p:nvSpPr>
          <p:spPr>
            <a:xfrm>
              <a:off x="457200" y="952500"/>
              <a:ext cx="6667500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650" b="1">
                  <a:solidFill>
                    <a:srgbClr val="4864A0"/>
                  </a:solidFill>
                  <a:latin typeface="Arial"/>
                </a:rPr>
                <a:t xml:space="preserve">Tudo certo. Atendimento confirmado!</a:t>
              </a:r>
              <a:endParaRPr lang="pt-BR"/>
            </a:p>
          </p:txBody>
        </p:sp>
      </p:grpSp>
      <p:grpSp>
        <p:nvGrpSpPr>
          <p:cNvPr id="7" name="471be556-fff7-4e23-88ba-b5a153b6d761"/>
          <p:cNvGrpSpPr/>
          <p:nvPr/>
        </p:nvGrpSpPr>
        <p:grpSpPr>
          <a:xfrm>
            <a:off x="457200" y="1619250"/>
            <a:ext cx="6667500" cy="266700"/>
            <a:chOff x="457200" y="1619250"/>
            <a:chExt cx="6667500" cy="266700"/>
          </a:xfrm>
        </p:grpSpPr>
        <p:sp>
          <p:nvSpPr>
            <p:cNvPr id="8" name="471be556-fff7-4e23-88ba-b5a153b6d761"/>
            <p:cNvSpPr txBox="1"/>
            <p:nvPr/>
          </p:nvSpPr>
          <p:spPr>
            <a:xfrm>
              <a:off x="457200" y="1619250"/>
              <a:ext cx="666750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Você concluiu uma jornada com três telas conectadas.</a:t>
              </a:r>
              <a:endParaRPr lang="pt-BR"/>
            </a:p>
          </p:txBody>
        </p:sp>
      </p:grpSp>
      <p:grpSp>
        <p:nvGrpSpPr>
          <p:cNvPr id="9" name="863ea6e5-8553-4d14-9ec8-47512c246667"/>
          <p:cNvGrpSpPr/>
          <p:nvPr/>
        </p:nvGrpSpPr>
        <p:grpSpPr>
          <a:xfrm>
            <a:off x="457200" y="2381250"/>
            <a:ext cx="2000250" cy="457200"/>
            <a:chOff x="457200" y="2381250"/>
            <a:chExt cx="2000250" cy="457200"/>
          </a:xfrm>
        </p:grpSpPr>
        <p:sp>
          <p:nvSpPr>
            <p:cNvPr id="10" name="863ea6e5-8553-4d14-9ec8-47512c246667"/>
            <p:cNvSpPr txBox="1"/>
            <p:nvPr/>
          </p:nvSpPr>
          <p:spPr>
            <a:xfrm>
              <a:off x="457200" y="2381250"/>
              <a:ext cx="2000250" cy="457200"/>
            </a:xfrm>
            <a:prstGeom prst="rect">
              <a:avLst/>
            </a:prstGeom>
            <a:solidFill>
              <a:srgbClr val="2563EB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1" name="863ea6e5-8553-4d14-9ec8-47512c246667"/>
            <p:cNvSpPr txBox="1"/>
            <p:nvPr/>
          </p:nvSpPr>
          <p:spPr>
            <a:xfrm>
              <a:off x="552450" y="2476500"/>
              <a:ext cx="180975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FFFFFF"/>
                  </a:solidFill>
                  <a:latin typeface="Arial"/>
                </a:rPr>
                <a:t xml:space="preserve">Novo atendimento</a:t>
              </a:r>
              <a:endParaRPr lang="pt-BR"/>
            </a:p>
          </p:txBody>
        </p:sp>
      </p:grpSp>
      <p:sp>
        <p:nvSpPr>
          <p:cNvPr id="12" name="Cursor"/>
          <p:cNvSpPr txBox="1"/>
          <p:nvPr/>
        </p:nvSpPr>
        <p:spPr>
          <a:xfrm>
            <a:off x="0" y="0"/>
            <a:ext cx="114300" cy="171450"/>
          </a:xfrm>
          <a:prstGeom prst="rtTriangl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sp>
        <p:nvSpPr>
          <p:cNvPr id="13" name="Clique"/>
          <p:cNvSpPr txBox="1"/>
          <p:nvPr/>
        </p:nvSpPr>
        <p:spPr>
          <a:xfrm>
            <a:off x="1362075" y="2514600"/>
            <a:ext cx="266700" cy="266700"/>
          </a:xfrm>
          <a:prstGeom prst="ellipse">
            <a:avLst/>
          </a:prstGeom>
          <a:noFill/>
          <a:ln w="9525">
            <a:solidFill>
              <a:srgbClr val="F59E0B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</p:spTree>
  </p:cSld>
  <p:clrMapOvr>
    <a:masterClrMapping/>
  </p:clrMapOvr>
  <p:transition spd="fast" p14:dur="300" advClick="0" advTm="1700">
    <p:fade/>
  </p:transition>
  <p:timing>
    <p:tnLst>
      <p:par>
        <p:cTn id="1" dur="indefinite" restart="never" nodeType="tmRoot">
          <p:childTnLst>
            <p:par>
              <p:cTn id="2" dur="indefinite" fill="hold">
                <p:stCondLst>
                  <p:cond delay="0"/>
                </p:stCondLst>
                <p:childTnLst>
                  <p:animMotion origin="layout" path="M 0.0000000 0.0000000 L 0.1912500 0.4281250 E" pathEditMode="relative">
                    <p:cBhvr>
                      <p:cTn id="4" dur="500" fill="hold">
                        <p:stCondLst>
                          <p:cond delay="700"/>
                        </p:stCondLst>
                      </p:cTn>
                      <p:tgtEl>
                        <p:spTgt spid="12"/>
                      </p:tgtEl>
                      <p:attrNameLst>
                        <p:attrName>ppt_x</p:attrName>
                      </p:attrNameLst>
                    </p:cBhvr>
                  </p:animMotion>
                  <p:animMotion origin="layout" path="M 0.1912500 0.4281250 L 0.1912500 0.4281250 E" pathEditMode="relative">
                    <p:cBhvr>
                      <p:cTn id="5" dur="1" fill="hold">
                        <p:stCondLst>
                          <p:cond delay="1200"/>
                        </p:stCondLst>
                      </p:cTn>
                      <p:tgtEl>
                        <p:spTgt spid="12"/>
                      </p:tgtEl>
                      <p:attrNameLst>
                        <p:attrName>ppt_x</p:attrName>
                      </p:attrNameLst>
                    </p:cBhvr>
                  </p:animMotion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1201"/>
                        </p:stCondLst>
                      </p:cTn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set>
                    <p:cBhvr>
                      <p:cTn id="8" dur="1" fill="hold">
                        <p:stCondLst>
                          <p:cond delay="1500"/>
                        </p:stCondLst>
                      </p:cTn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Atendimento comple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e74b9a2d-1424-4548-911c-33575529434a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9cc69160-33ff-4a38-8318-bbee6187a11e"/>
          <p:cNvGrpSpPr/>
          <p:nvPr/>
        </p:nvGrpSpPr>
        <p:grpSpPr>
          <a:xfrm>
            <a:off x="381000" y="933450"/>
            <a:ext cx="6477000" cy="381000"/>
            <a:chOff x="381000" y="933450"/>
            <a:chExt cx="6477000" cy="381000"/>
          </a:xfrm>
        </p:grpSpPr>
        <p:sp>
          <p:nvSpPr>
            <p:cNvPr id="6" name="9cc69160-33ff-4a38-8318-bbee6187a11e"/>
            <p:cNvSpPr txBox="1"/>
            <p:nvPr/>
          </p:nvSpPr>
          <p:spPr>
            <a:xfrm>
              <a:off x="381000" y="933450"/>
              <a:ext cx="6477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650" b="1">
                  <a:solidFill>
                    <a:srgbClr val="4864A0"/>
                  </a:solidFill>
                  <a:latin typeface="Arial"/>
                </a:rPr>
                <a:t xml:space="preserve">Vamos começar seu atendimento</a:t>
              </a:r>
              <a:endParaRPr lang="pt-BR"/>
            </a:p>
          </p:txBody>
        </p:sp>
      </p:grpSp>
      <p:grpSp>
        <p:nvGrpSpPr>
          <p:cNvPr id="7" name="9632274b-04fa-4a4b-993d-9cbcaf458f57"/>
          <p:cNvGrpSpPr/>
          <p:nvPr/>
        </p:nvGrpSpPr>
        <p:grpSpPr>
          <a:xfrm>
            <a:off x="371475" y="1295400"/>
            <a:ext cx="6667500" cy="247650"/>
            <a:chOff x="371475" y="1295400"/>
            <a:chExt cx="6667500" cy="247650"/>
          </a:xfrm>
        </p:grpSpPr>
        <p:sp>
          <p:nvSpPr>
            <p:cNvPr id="8" name="9632274b-04fa-4a4b-993d-9cbcaf458f57"/>
            <p:cNvSpPr txBox="1"/>
            <p:nvPr/>
          </p:nvSpPr>
          <p:spPr>
            <a:xfrm>
              <a:off x="371475" y="1295400"/>
              <a:ext cx="6667500" cy="2476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>Informe seu número para seguir com a jornada.</a:t>
              </a:r>
              <a:endParaRPr lang="pt-BR"/>
            </a:p>
          </p:txBody>
        </p:sp>
      </p:grpSp>
      <p:grpSp>
        <p:nvGrpSpPr>
          <p:cNvPr id="9" name="bf2b6d2f-715e-43b4-ae19-8b60ed1a9dc1"/>
          <p:cNvGrpSpPr/>
          <p:nvPr/>
        </p:nvGrpSpPr>
        <p:grpSpPr>
          <a:xfrm>
            <a:off x="590550" y="1866900"/>
            <a:ext cx="3333750" cy="419100"/>
            <a:chOff x="590550" y="1866900"/>
            <a:chExt cx="3333750" cy="419100"/>
          </a:xfrm>
        </p:grpSpPr>
        <p:sp>
          <p:nvSpPr>
            <p:cNvPr id="10" name="bf2b6d2f-715e-43b4-ae19-8b60ed1a9dc1"/>
            <p:cNvSpPr txBox="1"/>
            <p:nvPr/>
          </p:nvSpPr>
          <p:spPr>
            <a:xfrm>
              <a:off x="590550" y="1866900"/>
              <a:ext cx="333375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1" name="bf2b6d2f-715e-43b4-ae19-8b60ed1a9dc1"/>
            <p:cNvSpPr txBox="1"/>
            <p:nvPr/>
          </p:nvSpPr>
          <p:spPr>
            <a:xfrm>
              <a:off x="647700" y="1905000"/>
              <a:ext cx="3219450" cy="342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4864A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grpSp>
        <p:nvGrpSpPr>
          <p:cNvPr id="12" name="ca24d06a-0e24-43b0-97d8-e4a91adaed3b"/>
          <p:cNvGrpSpPr/>
          <p:nvPr/>
        </p:nvGrpSpPr>
        <p:grpSpPr>
          <a:xfrm>
            <a:off x="4962525" y="1704975"/>
            <a:ext cx="2190750" cy="2571750"/>
            <a:chOff x="4962525" y="1704975"/>
            <a:chExt cx="2190750" cy="2571750"/>
          </a:xfrm>
        </p:grpSpPr>
        <p:sp>
          <p:nvSpPr>
            <p:cNvPr id="13" name="ca24d06a-0e24-43b0-97d8-e4a91adaed3b"/>
            <p:cNvSpPr txBox="1"/>
            <p:nvPr/>
          </p:nvSpPr>
          <p:spPr>
            <a:xfrm>
              <a:off x="4981575" y="172402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4" name="ca24d06a-0e24-43b0-97d8-e4a91adaed3b"/>
            <p:cNvSpPr txBox="1"/>
            <p:nvPr/>
          </p:nvSpPr>
          <p:spPr>
            <a:xfrm>
              <a:off x="5057775" y="180022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1</a:t>
              </a:r>
              <a:endParaRPr lang="pt-BR"/>
            </a:p>
          </p:txBody>
        </p:sp>
        <p:sp>
          <p:nvSpPr>
            <p:cNvPr id="15" name="ca24d06a-0e24-43b0-97d8-e4a91adaed3b"/>
            <p:cNvSpPr txBox="1"/>
            <p:nvPr/>
          </p:nvSpPr>
          <p:spPr>
            <a:xfrm>
              <a:off x="5705475" y="172402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6" name="ca24d06a-0e24-43b0-97d8-e4a91adaed3b"/>
            <p:cNvSpPr txBox="1"/>
            <p:nvPr/>
          </p:nvSpPr>
          <p:spPr>
            <a:xfrm>
              <a:off x="5781675" y="180022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2</a:t>
              </a:r>
              <a:endParaRPr lang="pt-BR"/>
            </a:p>
          </p:txBody>
        </p:sp>
        <p:sp>
          <p:nvSpPr>
            <p:cNvPr id="17" name="ca24d06a-0e24-43b0-97d8-e4a91adaed3b"/>
            <p:cNvSpPr txBox="1"/>
            <p:nvPr/>
          </p:nvSpPr>
          <p:spPr>
            <a:xfrm>
              <a:off x="6438900" y="172402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8" name="ca24d06a-0e24-43b0-97d8-e4a91adaed3b"/>
            <p:cNvSpPr txBox="1"/>
            <p:nvPr/>
          </p:nvSpPr>
          <p:spPr>
            <a:xfrm>
              <a:off x="6515100" y="180022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3</a:t>
              </a:r>
              <a:endParaRPr lang="pt-BR"/>
            </a:p>
          </p:txBody>
        </p:sp>
        <p:sp>
          <p:nvSpPr>
            <p:cNvPr id="19" name="ca24d06a-0e24-43b0-97d8-e4a91adaed3b"/>
            <p:cNvSpPr txBox="1"/>
            <p:nvPr/>
          </p:nvSpPr>
          <p:spPr>
            <a:xfrm>
              <a:off x="4981575" y="23622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0" name="ca24d06a-0e24-43b0-97d8-e4a91adaed3b"/>
            <p:cNvSpPr txBox="1"/>
            <p:nvPr/>
          </p:nvSpPr>
          <p:spPr>
            <a:xfrm>
              <a:off x="5057775" y="24384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4</a:t>
              </a:r>
              <a:endParaRPr lang="pt-BR"/>
            </a:p>
          </p:txBody>
        </p:sp>
        <p:sp>
          <p:nvSpPr>
            <p:cNvPr id="21" name="ca24d06a-0e24-43b0-97d8-e4a91adaed3b"/>
            <p:cNvSpPr txBox="1"/>
            <p:nvPr/>
          </p:nvSpPr>
          <p:spPr>
            <a:xfrm>
              <a:off x="5705475" y="23622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2" name="ca24d06a-0e24-43b0-97d8-e4a91adaed3b"/>
            <p:cNvSpPr txBox="1"/>
            <p:nvPr/>
          </p:nvSpPr>
          <p:spPr>
            <a:xfrm>
              <a:off x="5781675" y="24384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5</a:t>
              </a:r>
              <a:endParaRPr lang="pt-BR"/>
            </a:p>
          </p:txBody>
        </p:sp>
        <p:sp>
          <p:nvSpPr>
            <p:cNvPr id="23" name="ca24d06a-0e24-43b0-97d8-e4a91adaed3b"/>
            <p:cNvSpPr txBox="1"/>
            <p:nvPr/>
          </p:nvSpPr>
          <p:spPr>
            <a:xfrm>
              <a:off x="6438900" y="23622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4" name="ca24d06a-0e24-43b0-97d8-e4a91adaed3b"/>
            <p:cNvSpPr txBox="1"/>
            <p:nvPr/>
          </p:nvSpPr>
          <p:spPr>
            <a:xfrm>
              <a:off x="6515100" y="24384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6</a:t>
              </a:r>
              <a:endParaRPr lang="pt-BR"/>
            </a:p>
          </p:txBody>
        </p:sp>
        <p:sp>
          <p:nvSpPr>
            <p:cNvPr id="25" name="ca24d06a-0e24-43b0-97d8-e4a91adaed3b"/>
            <p:cNvSpPr txBox="1"/>
            <p:nvPr/>
          </p:nvSpPr>
          <p:spPr>
            <a:xfrm>
              <a:off x="4981575" y="30099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6" name="ca24d06a-0e24-43b0-97d8-e4a91adaed3b"/>
            <p:cNvSpPr txBox="1"/>
            <p:nvPr/>
          </p:nvSpPr>
          <p:spPr>
            <a:xfrm>
              <a:off x="5057775" y="30861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7</a:t>
              </a:r>
              <a:endParaRPr lang="pt-BR"/>
            </a:p>
          </p:txBody>
        </p:sp>
        <p:sp>
          <p:nvSpPr>
            <p:cNvPr id="27" name="ca24d06a-0e24-43b0-97d8-e4a91adaed3b"/>
            <p:cNvSpPr txBox="1"/>
            <p:nvPr/>
          </p:nvSpPr>
          <p:spPr>
            <a:xfrm>
              <a:off x="5705475" y="30099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8" name="ca24d06a-0e24-43b0-97d8-e4a91adaed3b"/>
            <p:cNvSpPr txBox="1"/>
            <p:nvPr/>
          </p:nvSpPr>
          <p:spPr>
            <a:xfrm>
              <a:off x="5781675" y="30861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8</a:t>
              </a:r>
              <a:endParaRPr lang="pt-BR"/>
            </a:p>
          </p:txBody>
        </p:sp>
        <p:sp>
          <p:nvSpPr>
            <p:cNvPr id="29" name="ca24d06a-0e24-43b0-97d8-e4a91adaed3b"/>
            <p:cNvSpPr txBox="1"/>
            <p:nvPr/>
          </p:nvSpPr>
          <p:spPr>
            <a:xfrm>
              <a:off x="6438900" y="3009900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0" name="ca24d06a-0e24-43b0-97d8-e4a91adaed3b"/>
            <p:cNvSpPr txBox="1"/>
            <p:nvPr/>
          </p:nvSpPr>
          <p:spPr>
            <a:xfrm>
              <a:off x="6515100" y="3086100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9</a:t>
              </a:r>
              <a:endParaRPr lang="pt-BR"/>
            </a:p>
          </p:txBody>
        </p:sp>
        <p:sp>
          <p:nvSpPr>
            <p:cNvPr id="31" name="ca24d06a-0e24-43b0-97d8-e4a91adaed3b"/>
            <p:cNvSpPr txBox="1"/>
            <p:nvPr/>
          </p:nvSpPr>
          <p:spPr>
            <a:xfrm>
              <a:off x="4981575" y="364807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2" name="ca24d06a-0e24-43b0-97d8-e4a91adaed3b"/>
            <p:cNvSpPr txBox="1"/>
            <p:nvPr/>
          </p:nvSpPr>
          <p:spPr>
            <a:xfrm>
              <a:off x="5057775" y="372427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Limpar</a:t>
              </a:r>
              <a:endParaRPr lang="pt-BR"/>
            </a:p>
          </p:txBody>
        </p:sp>
        <p:sp>
          <p:nvSpPr>
            <p:cNvPr id="33" name="ca24d06a-0e24-43b0-97d8-e4a91adaed3b"/>
            <p:cNvSpPr txBox="1"/>
            <p:nvPr/>
          </p:nvSpPr>
          <p:spPr>
            <a:xfrm>
              <a:off x="5705475" y="364807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4" name="ca24d06a-0e24-43b0-97d8-e4a91adaed3b"/>
            <p:cNvSpPr txBox="1"/>
            <p:nvPr/>
          </p:nvSpPr>
          <p:spPr>
            <a:xfrm>
              <a:off x="5781675" y="372427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0</a:t>
              </a:r>
              <a:endParaRPr lang="pt-BR"/>
            </a:p>
          </p:txBody>
        </p:sp>
        <p:sp>
          <p:nvSpPr>
            <p:cNvPr id="35" name="ca24d06a-0e24-43b0-97d8-e4a91adaed3b"/>
            <p:cNvSpPr txBox="1"/>
            <p:nvPr/>
          </p:nvSpPr>
          <p:spPr>
            <a:xfrm>
              <a:off x="6438900" y="3648075"/>
              <a:ext cx="685800" cy="600075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6" name="ca24d06a-0e24-43b0-97d8-e4a91adaed3b"/>
            <p:cNvSpPr txBox="1"/>
            <p:nvPr/>
          </p:nvSpPr>
          <p:spPr>
            <a:xfrm>
              <a:off x="6515100" y="3724275"/>
              <a:ext cx="533400" cy="44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4864A0"/>
                  </a:solidFill>
                  <a:latin typeface="Arial"/>
                </a:rPr>
                <a:t xml:space="preserve">⌫</a:t>
              </a:r>
              <a:endParaRPr lang="pt-BR"/>
            </a:p>
          </p:txBody>
        </p:sp>
      </p:grpSp>
      <p:grpSp>
        <p:nvGrpSpPr>
          <p:cNvPr id="37" name="55cb3154-a6cd-42b0-abe8-38cb27fc6014"/>
          <p:cNvGrpSpPr/>
          <p:nvPr/>
        </p:nvGrpSpPr>
        <p:grpSpPr>
          <a:xfrm>
            <a:off x="1362075" y="2476500"/>
            <a:ext cx="1809750" cy="457200"/>
            <a:chOff x="1362075" y="2476500"/>
            <a:chExt cx="1809750" cy="457200"/>
          </a:xfrm>
        </p:grpSpPr>
        <p:sp>
          <p:nvSpPr>
            <p:cNvPr id="38" name="55cb3154-a6cd-42b0-abe8-38cb27fc6014"/>
            <p:cNvSpPr txBox="1"/>
            <p:nvPr/>
          </p:nvSpPr>
          <p:spPr>
            <a:xfrm>
              <a:off x="1362075" y="2476500"/>
              <a:ext cx="1809750" cy="457200"/>
            </a:xfrm>
            <a:prstGeom prst="rect">
              <a:avLst/>
            </a:prstGeom>
            <a:solidFill>
              <a:srgbClr val="2563EB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39" name="55cb3154-a6cd-42b0-abe8-38cb27fc6014"/>
            <p:cNvSpPr txBox="1"/>
            <p:nvPr/>
          </p:nvSpPr>
          <p:spPr>
            <a:xfrm>
              <a:off x="1457325" y="2571750"/>
              <a:ext cx="161925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FFFFFF"/>
                  </a:solidFill>
                  <a:latin typeface="Arial"/>
                </a:rPr>
                <a:t xml:space="preserve">Continuar</a:t>
              </a:r>
              <a:endParaRPr lang="pt-BR"/>
            </a:p>
          </p:txBody>
        </p:sp>
      </p:grpSp>
      <p:grpSp>
        <p:nvGrpSpPr>
          <p:cNvPr id="40" name="53a39c69-d962-46f1-8001-d555cba7a2e7"/>
          <p:cNvGrpSpPr/>
          <p:nvPr/>
        </p:nvGrpSpPr>
        <p:grpSpPr>
          <a:xfrm>
            <a:off x="3562350" y="85725"/>
            <a:ext cx="1200150" cy="114300"/>
            <a:chOff x="3562350" y="85725"/>
            <a:chExt cx="1200150" cy="114300"/>
          </a:xfrm>
        </p:grpSpPr>
        <p:sp>
          <p:nvSpPr>
            <p:cNvPr id="41" name="53a39c69-d962-46f1-8001-d555cba7a2e7"/>
            <p:cNvSpPr txBox="1"/>
            <p:nvPr/>
          </p:nvSpPr>
          <p:spPr>
            <a:xfrm>
              <a:off x="3562350" y="85725"/>
              <a:ext cx="12001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BSB - 01/01/2026</a:t>
              </a:r>
              <a:endParaRPr lang="pt-BR"/>
            </a:p>
          </p:txBody>
        </p:sp>
      </p:grpSp>
      <p:grpSp>
        <p:nvGrpSpPr>
          <p:cNvPr id="42" name="67e7fd89-c14a-4d87-91fd-2ac676c5d040"/>
          <p:cNvGrpSpPr/>
          <p:nvPr/>
        </p:nvGrpSpPr>
        <p:grpSpPr>
          <a:xfrm>
            <a:off x="3562350" y="238125"/>
            <a:ext cx="1200150" cy="114300"/>
            <a:chOff x="3562350" y="238125"/>
            <a:chExt cx="1200150" cy="114300"/>
          </a:xfrm>
        </p:grpSpPr>
        <p:sp>
          <p:nvSpPr>
            <p:cNvPr id="43" name="67e7fd89-c14a-4d87-91fd-2ac676c5d040"/>
            <p:cNvSpPr txBox="1"/>
            <p:nvPr/>
          </p:nvSpPr>
          <p:spPr>
            <a:xfrm>
              <a:off x="3562350" y="238125"/>
              <a:ext cx="12001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12:00:00</a:t>
              </a:r>
              <a:endParaRPr lang="pt-BR"/>
            </a:p>
          </p:txBody>
        </p:sp>
      </p:grpSp>
      <p:grpSp>
        <p:nvGrpSpPr>
          <p:cNvPr id="44" name="87fd2281-6806-480d-b3c0-427e65d13be2"/>
          <p:cNvGrpSpPr/>
          <p:nvPr/>
        </p:nvGrpSpPr>
        <p:grpSpPr>
          <a:xfrm>
            <a:off x="4762500" y="57150"/>
            <a:ext cx="2114550" cy="114300"/>
            <a:chOff x="4762500" y="57150"/>
            <a:chExt cx="2114550" cy="114300"/>
          </a:xfrm>
        </p:grpSpPr>
        <p:sp>
          <p:nvSpPr>
            <p:cNvPr id="45" name="87fd2281-6806-480d-b3c0-427e65d13be2"/>
            <p:cNvSpPr txBox="1"/>
            <p:nvPr/>
          </p:nvSpPr>
          <p:spPr>
            <a:xfrm>
              <a:off x="4762500" y="57150"/>
              <a:ext cx="21145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PROPRIETÁRIO: L009666 - USUÁRIO</a:t>
              </a:r>
              <a:endParaRPr lang="pt-BR"/>
            </a:p>
          </p:txBody>
        </p:sp>
      </p:grpSp>
      <p:grpSp>
        <p:nvGrpSpPr>
          <p:cNvPr id="46" name="1a965991-5c5e-4fe5-8aa4-674ac63793bd"/>
          <p:cNvGrpSpPr/>
          <p:nvPr/>
        </p:nvGrpSpPr>
        <p:grpSpPr>
          <a:xfrm>
            <a:off x="4762500" y="171450"/>
            <a:ext cx="2114550" cy="114300"/>
            <a:chOff x="4762500" y="171450"/>
            <a:chExt cx="2114550" cy="114300"/>
          </a:xfrm>
        </p:grpSpPr>
        <p:sp>
          <p:nvSpPr>
            <p:cNvPr id="47" name="1a965991-5c5e-4fe5-8aa4-674ac63793bd"/>
            <p:cNvSpPr txBox="1"/>
            <p:nvPr/>
          </p:nvSpPr>
          <p:spPr>
            <a:xfrm>
              <a:off x="4762500" y="171450"/>
              <a:ext cx="21145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Terminal: 000599</a:t>
              </a:r>
              <a:endParaRPr lang="pt-BR"/>
            </a:p>
          </p:txBody>
        </p:sp>
      </p:grpSp>
      <p:grpSp>
        <p:nvGrpSpPr>
          <p:cNvPr id="48" name="e62d7c50-8572-46d4-883a-967849fbcfe5"/>
          <p:cNvGrpSpPr/>
          <p:nvPr/>
        </p:nvGrpSpPr>
        <p:grpSpPr>
          <a:xfrm>
            <a:off x="4762500" y="285750"/>
            <a:ext cx="2114550" cy="114300"/>
            <a:chOff x="4762500" y="285750"/>
            <a:chExt cx="2114550" cy="114300"/>
          </a:xfrm>
        </p:grpSpPr>
        <p:sp>
          <p:nvSpPr>
            <p:cNvPr id="49" name="e62d7c50-8572-46d4-883a-967849fbcfe5"/>
            <p:cNvSpPr txBox="1"/>
            <p:nvPr/>
          </p:nvSpPr>
          <p:spPr>
            <a:xfrm>
              <a:off x="4762500" y="285750"/>
              <a:ext cx="21145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LOTÉRICA: 009999</a:t>
              </a:r>
              <a:endParaRPr lang="pt-BR"/>
            </a:p>
          </p:txBody>
        </p:sp>
      </p:grpSp>
      <p:grpSp>
        <p:nvGrpSpPr>
          <p:cNvPr id="50" name="f5210933-3655-4379-8227-50534a76d6d8"/>
          <p:cNvGrpSpPr/>
          <p:nvPr/>
        </p:nvGrpSpPr>
        <p:grpSpPr>
          <a:xfrm>
            <a:off x="6877050" y="57150"/>
            <a:ext cx="742950" cy="114300"/>
            <a:chOff x="6877050" y="57150"/>
            <a:chExt cx="742950" cy="114300"/>
          </a:xfrm>
        </p:grpSpPr>
        <p:sp>
          <p:nvSpPr>
            <p:cNvPr id="51" name="f5210933-3655-4379-8227-50534a76d6d8"/>
            <p:cNvSpPr txBox="1"/>
            <p:nvPr/>
          </p:nvSpPr>
          <p:spPr>
            <a:xfrm>
              <a:off x="6877050" y="57150"/>
              <a:ext cx="7429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GATEWAY</a:t>
              </a:r>
              <a:endParaRPr lang="pt-BR"/>
            </a:p>
          </p:txBody>
        </p:sp>
      </p:grpSp>
      <p:grpSp>
        <p:nvGrpSpPr>
          <p:cNvPr id="52" name="31ec0954-eda1-4a05-9e94-f3c5c9628e3a"/>
          <p:cNvGrpSpPr/>
          <p:nvPr/>
        </p:nvGrpSpPr>
        <p:grpSpPr>
          <a:xfrm>
            <a:off x="6877050" y="171450"/>
            <a:ext cx="742950" cy="114300"/>
            <a:chOff x="6877050" y="171450"/>
            <a:chExt cx="742950" cy="114300"/>
          </a:xfrm>
        </p:grpSpPr>
        <p:sp>
          <p:nvSpPr>
            <p:cNvPr id="53" name="31ec0954-eda1-4a05-9e94-f3c5c9628e3a"/>
            <p:cNvSpPr txBox="1"/>
            <p:nvPr/>
          </p:nvSpPr>
          <p:spPr>
            <a:xfrm>
              <a:off x="6877050" y="171450"/>
              <a:ext cx="7429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DNS</a:t>
              </a:r>
              <a:endParaRPr lang="pt-BR"/>
            </a:p>
          </p:txBody>
        </p:sp>
      </p:grpSp>
      <p:grpSp>
        <p:nvGrpSpPr>
          <p:cNvPr id="54" name="a86deadb-3914-478f-9589-9d3e38a44720"/>
          <p:cNvGrpSpPr/>
          <p:nvPr/>
        </p:nvGrpSpPr>
        <p:grpSpPr>
          <a:xfrm>
            <a:off x="6877050" y="285750"/>
            <a:ext cx="742950" cy="114300"/>
            <a:chOff x="6877050" y="285750"/>
            <a:chExt cx="742950" cy="114300"/>
          </a:xfrm>
        </p:grpSpPr>
        <p:sp>
          <p:nvSpPr>
            <p:cNvPr id="55" name="a86deadb-3914-478f-9589-9d3e38a44720"/>
            <p:cNvSpPr txBox="1"/>
            <p:nvPr/>
          </p:nvSpPr>
          <p:spPr>
            <a:xfrm>
              <a:off x="6877050" y="285750"/>
              <a:ext cx="742950" cy="114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>
                  <a:solidFill>
                    <a:srgbClr val="424344"/>
                  </a:solidFill>
                  <a:latin typeface="Arial"/>
                </a:rPr>
                <a:t xml:space="preserve">HTTP</a:t>
              </a:r>
              <a:endParaRPr lang="pt-BR"/>
            </a:p>
          </p:txBody>
        </p:sp>
      </p:grpSp>
      <p:grpSp>
        <p:nvGrpSpPr>
          <p:cNvPr id="56" name="26275edc-c360-4f03-95e0-d3f4fb791267"/>
          <p:cNvGrpSpPr/>
          <p:nvPr/>
        </p:nvGrpSpPr>
        <p:grpSpPr>
          <a:xfrm>
            <a:off x="0" y="514350"/>
            <a:ext cx="7620000" cy="266700"/>
            <a:chOff x="0" y="514350"/>
            <a:chExt cx="7620000" cy="266700"/>
          </a:xfrm>
        </p:grpSpPr>
        <p:pic>
          <p:nvPicPr>
            <p:cNvPr id="57" name="3f0ad350-5918-4ebe-9eda-96160b270701"/>
            <p:cNvPicPr/>
            <p:nvPr/>
          </p:nvPicPr>
          <p:blipFill>
            <a:blip r:embed="rIdImage57"/>
            <a:stretch>
              <a:fillRect/>
            </a:stretch>
          </p:blipFill>
          <p:spPr>
            <a:xfrm>
              <a:off x="0" y="514350"/>
              <a:ext cx="7620000" cy="266700"/>
            </a:xfrm>
            <a:prstGeom prst="rect">
              <a:avLst/>
            </a:prstGeom>
          </p:spPr>
        </p:pic>
        <p:sp>
          <p:nvSpPr>
            <p:cNvPr id="58" name="26275edc-c360-4f03-95e0-d3f4fb791267"/>
            <p:cNvSpPr txBox="1"/>
            <p:nvPr/>
          </p:nvSpPr>
          <p:spPr>
            <a:xfrm>
              <a:off x="0" y="514350"/>
              <a:ext cx="762000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r"/>
              <a:r>
                <a:rPr lang="pt-BR" sz="1350" b="1">
                  <a:solidFill>
                    <a:srgbClr val="FFFFFF"/>
                  </a:solidFill>
                  <a:latin typeface="Arial"/>
                </a:rPr>
                <a:t xml:space="preserve">Atendimento</a:t>
              </a:r>
              <a:endParaRPr lang="pt-BR"/>
            </a:p>
          </p:txBody>
        </p:sp>
      </p:grpSp>
      <p:sp>
        <p:nvSpPr>
          <p:cNvPr id="59" name="Cursor"/>
          <p:cNvSpPr txBox="1"/>
          <p:nvPr/>
        </p:nvSpPr>
        <p:spPr>
          <a:xfrm>
            <a:off x="0" y="0"/>
            <a:ext cx="114300" cy="171450"/>
          </a:xfrm>
          <a:prstGeom prst="rtTriangle">
            <a:avLst/>
          </a:prstGeom>
          <a:solidFill>
            <a:srgbClr val="2563EB"/>
          </a:solidFill>
          <a:ln w="9525">
            <a:solidFill>
              <a:srgbClr val="FFFFFF"/>
            </a:solidFill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</p:spTree>
  </p:cSld>
  <p:clrMapOvr>
    <a:masterClrMapping/>
  </p:clrMapOvr>
  <p:transition spd="fast" p14:dur="300" advClick="0" advTm="10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Demonstração concluí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457200"/>
            <a:ext cx="6705600" cy="5715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2100" b="1">
                <a:solidFill>
                  <a:srgbClr val="0F172A"/>
                </a:solidFill>
                <a:latin typeface="Arial"/>
              </a:rPr>
              <a:t xml:space="preserve">Demonstração concluída</a:t>
            </a:r>
            <a:endParaRPr lang="pt-BR"/>
          </a:p>
        </p:txBody>
      </p:sp>
      <p:sp>
        <p:nvSpPr>
          <p:cNvPr id="4" name="Descrição"/>
          <p:cNvSpPr txBox="1"/>
          <p:nvPr/>
        </p:nvSpPr>
        <p:spPr>
          <a:xfrm>
            <a:off x="457200" y="1066800"/>
            <a:ext cx="67056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125">
                <a:solidFill>
                  <a:srgbClr val="64748B"/>
                </a:solidFill>
                <a:latin typeface="Arial"/>
              </a:rPr>
              <a:t xml:space="preserve">Escolha um percurso para conhecer a jornada.</a:t>
            </a:r>
            <a:endParaRPr lang="pt-BR"/>
          </a:p>
        </p:txBody>
      </p:sp>
      <p:sp>
        <p:nvSpPr>
          <p:cNvPr id="5" name="Repetir demonstração">
            <a:hlinkClick r:id="rIdLink6" action="ppaction://hlinksldjump"/>
          </p:cNvPr>
          <p:cNvSpPr txBox="1"/>
          <p:nvPr/>
        </p:nvSpPr>
        <p:spPr>
          <a:xfrm>
            <a:off x="457200" y="1714500"/>
            <a:ext cx="6705600" cy="457200"/>
          </a:xfrm>
          <a:prstGeom prst="rect">
            <a:avLst/>
          </a:prstGeom>
          <a:solidFill>
            <a:srgbClr val="EFF6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350" b="1">
                <a:solidFill>
                  <a:srgbClr val="1D4ED8"/>
                </a:solidFill>
                <a:latin typeface="Arial"/>
              </a:rPr>
              <a:t xml:space="preserve">Repetir demonstração</a:t>
            </a:r>
            <a:endParaRPr lang="pt-BR"/>
          </a:p>
        </p:txBody>
      </p:sp>
      <p:sp>
        <p:nvSpPr>
          <p:cNvPr id="7" name="Voltar ao menu">
            <a:hlinkClick r:id="rIdLink8" action="ppaction://hlinksldjump"/>
          </p:cNvPr>
          <p:cNvSpPr txBox="1"/>
          <p:nvPr/>
        </p:nvSpPr>
        <p:spPr>
          <a:xfrm>
            <a:off x="457200" y="2324100"/>
            <a:ext cx="6705600" cy="457200"/>
          </a:xfrm>
          <a:prstGeom prst="rect">
            <a:avLst/>
          </a:prstGeom>
          <a:solidFill>
            <a:srgbClr val="EFF6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350" b="1">
                <a:solidFill>
                  <a:srgbClr val="1D4ED8"/>
                </a:solidFill>
                <a:latin typeface="Arial"/>
              </a:rPr>
              <a:t xml:space="preserve">Voltar ao menu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theme/theme1.xml><?xml version="1.0" encoding="utf-8"?>
<a:theme xmlns:a="http://schemas.openxmlformats.org/drawingml/2006/main" name="Jornada">
  <a:themeElements>
    <a:clrScheme name="Jornada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D9488"/>
      </a:accent2>
      <a:accent3>
        <a:srgbClr val="F59E0B"/>
      </a:accent3>
      <a:accent4>
        <a:srgbClr val="7C3AED"/>
      </a:accent4>
      <a:accent5>
        <a:srgbClr val="E11D48"/>
      </a:accent5>
      <a:accent6>
        <a:srgbClr val="64748B"/>
      </a:accent6>
      <a:hlink>
        <a:srgbClr val="2563EB"/>
      </a:hlink>
      <a:folHlink>
        <a:srgbClr val="7C3AED"/>
      </a:folHlink>
    </a:clrScheme>
    <a:fontScheme name="Jornad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Jornad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